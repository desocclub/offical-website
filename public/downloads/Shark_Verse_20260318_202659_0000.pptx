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nter" charset="1" panose="02000503000000020004"/>
      <p:regular r:id="rId18"/>
    </p:embeddedFont>
    <p:embeddedFont>
      <p:font typeface="Etna Sans Serif" charset="1" panose="02000600000000000000"/>
      <p:regular r:id="rId19"/>
    </p:embeddedFont>
    <p:embeddedFont>
      <p:font typeface="Oswald" charset="1" panose="00000500000000000000"/>
      <p:regular r:id="rId20"/>
    </p:embeddedFont>
    <p:embeddedFont>
      <p:font typeface="Cambria" charset="1" panose="02040503050406030204"/>
      <p:regular r:id="rId21"/>
    </p:embeddedFont>
    <p:embeddedFont>
      <p:font typeface="Norwester" charset="1" panose="00000506000000000000"/>
      <p:regular r:id="rId22"/>
    </p:embeddedFont>
    <p:embeddedFont>
      <p:font typeface="Times New Roman MT Bold" charset="1" panose="02030802070405020303"/>
      <p:regular r:id="rId23"/>
    </p:embeddedFont>
    <p:embeddedFont>
      <p:font typeface="Times New Roman MT" charset="1" panose="020305020704050203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30032" y="2386247"/>
            <a:ext cx="5061139" cy="5514507"/>
            <a:chOff x="0" y="0"/>
            <a:chExt cx="6748185" cy="73526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860088" y="5723171"/>
              <a:ext cx="5028009" cy="1629505"/>
              <a:chOff x="0" y="0"/>
              <a:chExt cx="5028009" cy="162950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028057" cy="1629537"/>
              </a:xfrm>
              <a:custGeom>
                <a:avLst/>
                <a:gdLst/>
                <a:ahLst/>
                <a:cxnLst/>
                <a:rect r="r" b="b" t="t" l="l"/>
                <a:pathLst>
                  <a:path h="1629537" w="5028057">
                    <a:moveTo>
                      <a:pt x="0" y="0"/>
                    </a:moveTo>
                    <a:lnTo>
                      <a:pt x="5028057" y="0"/>
                    </a:lnTo>
                    <a:lnTo>
                      <a:pt x="5028057" y="1629537"/>
                    </a:lnTo>
                    <a:lnTo>
                      <a:pt x="0" y="16295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151" t="0" r="-2150" b="1"/>
                </a:stretch>
              </a:blip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111549" y="2603805"/>
              <a:ext cx="6525086" cy="3119366"/>
              <a:chOff x="0" y="0"/>
              <a:chExt cx="6525086" cy="311936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525133" cy="3119374"/>
              </a:xfrm>
              <a:custGeom>
                <a:avLst/>
                <a:gdLst/>
                <a:ahLst/>
                <a:cxnLst/>
                <a:rect r="r" b="b" t="t" l="l"/>
                <a:pathLst>
                  <a:path h="3119374" w="6525133">
                    <a:moveTo>
                      <a:pt x="0" y="0"/>
                    </a:moveTo>
                    <a:lnTo>
                      <a:pt x="6525133" y="0"/>
                    </a:lnTo>
                    <a:lnTo>
                      <a:pt x="6525133" y="3119374"/>
                    </a:lnTo>
                    <a:lnTo>
                      <a:pt x="0" y="311937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2151" t="0" r="-2151" b="0"/>
                </a:stretch>
              </a:blip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6748185" cy="2828291"/>
              <a:chOff x="0" y="0"/>
              <a:chExt cx="6748185" cy="282829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748145" cy="2828290"/>
              </a:xfrm>
              <a:custGeom>
                <a:avLst/>
                <a:gdLst/>
                <a:ahLst/>
                <a:cxnLst/>
                <a:rect r="r" b="b" t="t" l="l"/>
                <a:pathLst>
                  <a:path h="2828290" w="6748145">
                    <a:moveTo>
                      <a:pt x="0" y="0"/>
                    </a:moveTo>
                    <a:lnTo>
                      <a:pt x="6748145" y="0"/>
                    </a:lnTo>
                    <a:lnTo>
                      <a:pt x="6748145" y="2828290"/>
                    </a:lnTo>
                    <a:lnTo>
                      <a:pt x="0" y="28282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2151" t="0" r="-2152" b="0"/>
                </a:stretch>
              </a:blipFill>
            </p:spPr>
          </p:sp>
        </p:grpSp>
      </p:grpSp>
      <p:grpSp>
        <p:nvGrpSpPr>
          <p:cNvPr name="Group 10" id="10"/>
          <p:cNvGrpSpPr/>
          <p:nvPr/>
        </p:nvGrpSpPr>
        <p:grpSpPr>
          <a:xfrm rot="0">
            <a:off x="4116311" y="260273"/>
            <a:ext cx="10055379" cy="1536854"/>
            <a:chOff x="0" y="0"/>
            <a:chExt cx="13407171" cy="204913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3407171" cy="2049139"/>
              <a:chOff x="0" y="0"/>
              <a:chExt cx="1423280" cy="21753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23280" cy="217533"/>
              </a:xfrm>
              <a:custGeom>
                <a:avLst/>
                <a:gdLst/>
                <a:ahLst/>
                <a:cxnLst/>
                <a:rect r="r" b="b" t="t" l="l"/>
                <a:pathLst>
                  <a:path h="217533" w="1423280">
                    <a:moveTo>
                      <a:pt x="22606" y="0"/>
                    </a:moveTo>
                    <a:lnTo>
                      <a:pt x="1400673" y="0"/>
                    </a:lnTo>
                    <a:cubicBezTo>
                      <a:pt x="1413158" y="0"/>
                      <a:pt x="1423280" y="10121"/>
                      <a:pt x="1423280" y="22606"/>
                    </a:cubicBezTo>
                    <a:lnTo>
                      <a:pt x="1423280" y="194926"/>
                    </a:lnTo>
                    <a:cubicBezTo>
                      <a:pt x="1423280" y="200922"/>
                      <a:pt x="1420898" y="206672"/>
                      <a:pt x="1416658" y="210911"/>
                    </a:cubicBezTo>
                    <a:cubicBezTo>
                      <a:pt x="1412419" y="215151"/>
                      <a:pt x="1406669" y="217533"/>
                      <a:pt x="1400673" y="217533"/>
                    </a:cubicBezTo>
                    <a:lnTo>
                      <a:pt x="22606" y="217533"/>
                    </a:lnTo>
                    <a:cubicBezTo>
                      <a:pt x="10121" y="217533"/>
                      <a:pt x="0" y="207411"/>
                      <a:pt x="0" y="194926"/>
                    </a:cubicBezTo>
                    <a:lnTo>
                      <a:pt x="0" y="22606"/>
                    </a:lnTo>
                    <a:cubicBezTo>
                      <a:pt x="0" y="10121"/>
                      <a:pt x="10121" y="0"/>
                      <a:pt x="22606" y="0"/>
                    </a:cubicBezTo>
                    <a:close/>
                  </a:path>
                </a:pathLst>
              </a:custGeom>
              <a:solidFill>
                <a:srgbClr val="FFFFFF">
                  <a:alpha val="58824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9525"/>
                <a:ext cx="1423280" cy="2080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3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653689" y="253126"/>
              <a:ext cx="1691740" cy="1542886"/>
            </a:xfrm>
            <a:custGeom>
              <a:avLst/>
              <a:gdLst/>
              <a:ahLst/>
              <a:cxnLst/>
              <a:rect r="r" b="b" t="t" l="l"/>
              <a:pathLst>
                <a:path h="1542886" w="1691740">
                  <a:moveTo>
                    <a:pt x="0" y="0"/>
                  </a:moveTo>
                  <a:lnTo>
                    <a:pt x="1691740" y="0"/>
                  </a:lnTo>
                  <a:lnTo>
                    <a:pt x="1691740" y="1542886"/>
                  </a:lnTo>
                  <a:lnTo>
                    <a:pt x="0" y="1542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0312" t="0" r="-14301" b="0"/>
              </a:stretch>
            </a:blipFill>
          </p:spPr>
        </p:sp>
        <p:sp>
          <p:nvSpPr>
            <p:cNvPr name="AutoShape 15" id="15"/>
            <p:cNvSpPr/>
            <p:nvPr/>
          </p:nvSpPr>
          <p:spPr>
            <a:xfrm flipV="true">
              <a:off x="2732963" y="224507"/>
              <a:ext cx="0" cy="1600124"/>
            </a:xfrm>
            <a:prstGeom prst="line">
              <a:avLst/>
            </a:prstGeom>
            <a:ln cap="rnd" w="25121">
              <a:solidFill>
                <a:srgbClr val="00224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 flipV="true">
              <a:off x="6549219" y="253126"/>
              <a:ext cx="0" cy="1600124"/>
            </a:xfrm>
            <a:prstGeom prst="line">
              <a:avLst/>
            </a:prstGeom>
            <a:ln cap="rnd" w="25121">
              <a:solidFill>
                <a:srgbClr val="00224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852961" y="91796"/>
              <a:ext cx="1865546" cy="1865546"/>
            </a:xfrm>
            <a:custGeom>
              <a:avLst/>
              <a:gdLst/>
              <a:ahLst/>
              <a:cxnLst/>
              <a:rect r="r" b="b" t="t" l="l"/>
              <a:pathLst>
                <a:path h="1865546" w="1865546">
                  <a:moveTo>
                    <a:pt x="0" y="0"/>
                  </a:moveTo>
                  <a:lnTo>
                    <a:pt x="1865547" y="0"/>
                  </a:lnTo>
                  <a:lnTo>
                    <a:pt x="1865547" y="1865546"/>
                  </a:lnTo>
                  <a:lnTo>
                    <a:pt x="0" y="1865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242202" y="541246"/>
              <a:ext cx="3511281" cy="713391"/>
            </a:xfrm>
            <a:custGeom>
              <a:avLst/>
              <a:gdLst/>
              <a:ahLst/>
              <a:cxnLst/>
              <a:rect r="r" b="b" t="t" l="l"/>
              <a:pathLst>
                <a:path h="713391" w="3511281">
                  <a:moveTo>
                    <a:pt x="0" y="0"/>
                  </a:moveTo>
                  <a:lnTo>
                    <a:pt x="3511281" y="0"/>
                  </a:lnTo>
                  <a:lnTo>
                    <a:pt x="3511281" y="713391"/>
                  </a:lnTo>
                  <a:lnTo>
                    <a:pt x="0" y="713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83748" t="-474593" r="-85347" b="-307844"/>
              </a:stretch>
            </a:blipFill>
          </p:spPr>
        </p:sp>
        <p:sp>
          <p:nvSpPr>
            <p:cNvPr name="AutoShape 19" id="19"/>
            <p:cNvSpPr/>
            <p:nvPr/>
          </p:nvSpPr>
          <p:spPr>
            <a:xfrm flipV="true">
              <a:off x="9003574" y="224507"/>
              <a:ext cx="0" cy="1600124"/>
            </a:xfrm>
            <a:prstGeom prst="line">
              <a:avLst/>
            </a:prstGeom>
            <a:ln cap="rnd" w="25121">
              <a:solidFill>
                <a:srgbClr val="00224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3027397" y="420977"/>
              <a:ext cx="3414314" cy="124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4"/>
                </a:lnSpc>
              </a:pPr>
              <a:r>
                <a:rPr lang="en-US" sz="899">
                  <a:solidFill>
                    <a:srgbClr val="00224C"/>
                  </a:solidFill>
                  <a:latin typeface="Inter"/>
                  <a:ea typeface="Inter"/>
                  <a:cs typeface="Inter"/>
                  <a:sym typeface="Inter"/>
                </a:rPr>
                <a:t>Department of</a:t>
              </a:r>
            </a:p>
            <a:p>
              <a:pPr algn="l">
                <a:lnSpc>
                  <a:spcPts val="1906"/>
                </a:lnSpc>
              </a:pPr>
              <a:r>
                <a:rPr lang="en-US" sz="2324">
                  <a:solidFill>
                    <a:srgbClr val="00224C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Computer </a:t>
              </a:r>
            </a:p>
            <a:p>
              <a:pPr algn="l">
                <a:lnSpc>
                  <a:spcPts val="2836"/>
                </a:lnSpc>
              </a:pPr>
              <a:r>
                <a:rPr lang="en-US" sz="2324">
                  <a:solidFill>
                    <a:srgbClr val="00224C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Science &amp; Design</a:t>
              </a:r>
            </a:p>
            <a:p>
              <a:pPr algn="l">
                <a:lnSpc>
                  <a:spcPts val="1111"/>
                </a:lnSpc>
              </a:pPr>
              <a:r>
                <a:rPr lang="en-US" sz="896">
                  <a:solidFill>
                    <a:srgbClr val="00224C"/>
                  </a:solidFill>
                  <a:latin typeface="Inter"/>
                  <a:ea typeface="Inter"/>
                  <a:cs typeface="Inter"/>
                  <a:sym typeface="Inter"/>
                </a:rPr>
                <a:t>K K Wagh Institute of Engineering Education and Research, Nashik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9465647" y="1226062"/>
              <a:ext cx="3163034" cy="281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47"/>
                </a:lnSpc>
              </a:pPr>
              <a:r>
                <a:rPr lang="en-US" sz="1319" spc="106">
                  <a:solidFill>
                    <a:srgbClr val="2B3C52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Departmental Fest of CSD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5282" y="158899"/>
            <a:ext cx="1049724" cy="1312155"/>
            <a:chOff x="0" y="0"/>
            <a:chExt cx="2370849" cy="2963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0836" cy="2963545"/>
            </a:xfrm>
            <a:custGeom>
              <a:avLst/>
              <a:gdLst/>
              <a:ahLst/>
              <a:cxnLst/>
              <a:rect r="r" b="b" t="t" l="l"/>
              <a:pathLst>
                <a:path h="2963545" w="2370836">
                  <a:moveTo>
                    <a:pt x="0" y="0"/>
                  </a:moveTo>
                  <a:lnTo>
                    <a:pt x="2370836" y="0"/>
                  </a:lnTo>
                  <a:lnTo>
                    <a:pt x="2370836" y="2963545"/>
                  </a:lnTo>
                  <a:lnTo>
                    <a:pt x="0" y="2963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13" y="9754926"/>
            <a:ext cx="3139589" cy="532074"/>
            <a:chOff x="0" y="0"/>
            <a:chExt cx="4186119" cy="70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6119" cy="709432"/>
            </a:xfrm>
            <a:custGeom>
              <a:avLst/>
              <a:gdLst/>
              <a:ahLst/>
              <a:cxnLst/>
              <a:rect r="r" b="b" t="t" l="l"/>
              <a:pathLst>
                <a:path h="709432" w="4186119">
                  <a:moveTo>
                    <a:pt x="0" y="0"/>
                  </a:moveTo>
                  <a:lnTo>
                    <a:pt x="4186119" y="0"/>
                  </a:lnTo>
                  <a:lnTo>
                    <a:pt x="4186119" y="709432"/>
                  </a:lnTo>
                  <a:lnTo>
                    <a:pt x="0" y="709432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186119" cy="7094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75"/>
                </a:lnSpc>
              </a:pPr>
              <a:r>
                <a:rPr lang="en-US" sz="2229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Idea submission- Template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017950"/>
            <a:ext cx="16596512" cy="6224872"/>
            <a:chOff x="0" y="0"/>
            <a:chExt cx="22128682" cy="82998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682" cy="8299830"/>
            </a:xfrm>
            <a:custGeom>
              <a:avLst/>
              <a:gdLst/>
              <a:ahLst/>
              <a:cxnLst/>
              <a:rect r="r" b="b" t="t" l="l"/>
              <a:pathLst>
                <a:path h="8299830" w="22128682">
                  <a:moveTo>
                    <a:pt x="0" y="0"/>
                  </a:moveTo>
                  <a:lnTo>
                    <a:pt x="22128682" y="0"/>
                  </a:lnTo>
                  <a:lnTo>
                    <a:pt x="22128682" y="8299830"/>
                  </a:lnTo>
                  <a:lnTo>
                    <a:pt x="0" y="8299830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314325"/>
              <a:ext cx="22128682" cy="861415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1091926" indent="-272982" lvl="3">
                <a:lnSpc>
                  <a:spcPts val="7998"/>
                </a:lnSpc>
                <a:buFont typeface="Arial"/>
                <a:buChar char="￭"/>
              </a:pP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You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 company name, logo, and a powerful one-sentence tagline explaining what you do.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83045" y="1575069"/>
            <a:ext cx="9045451" cy="885761"/>
            <a:chOff x="0" y="0"/>
            <a:chExt cx="12060601" cy="11810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60601" cy="1181015"/>
            </a:xfrm>
            <a:custGeom>
              <a:avLst/>
              <a:gdLst/>
              <a:ahLst/>
              <a:cxnLst/>
              <a:rect r="r" b="b" t="t" l="l"/>
              <a:pathLst>
                <a:path h="1181015" w="12060601">
                  <a:moveTo>
                    <a:pt x="0" y="0"/>
                  </a:moveTo>
                  <a:lnTo>
                    <a:pt x="12060601" y="0"/>
                  </a:lnTo>
                  <a:lnTo>
                    <a:pt x="12060601" y="1181015"/>
                  </a:lnTo>
                  <a:lnTo>
                    <a:pt x="0" y="1181015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12060601" cy="12953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458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Title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665" y="278129"/>
            <a:ext cx="3086100" cy="1002024"/>
            <a:chOff x="0" y="0"/>
            <a:chExt cx="4114800" cy="13360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14800" cy="1336032"/>
              <a:chOff x="0" y="0"/>
              <a:chExt cx="812800" cy="2639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263908"/>
              </a:xfrm>
              <a:custGeom>
                <a:avLst/>
                <a:gdLst/>
                <a:ahLst/>
                <a:cxnLst/>
                <a:rect r="r" b="b" t="t" l="l"/>
                <a:pathLst>
                  <a:path h="263908" w="812800">
                    <a:moveTo>
                      <a:pt x="65225" y="0"/>
                    </a:moveTo>
                    <a:lnTo>
                      <a:pt x="747575" y="0"/>
                    </a:lnTo>
                    <a:cubicBezTo>
                      <a:pt x="783598" y="0"/>
                      <a:pt x="812800" y="29202"/>
                      <a:pt x="812800" y="65225"/>
                    </a:cubicBezTo>
                    <a:lnTo>
                      <a:pt x="812800" y="198683"/>
                    </a:lnTo>
                    <a:cubicBezTo>
                      <a:pt x="812800" y="234705"/>
                      <a:pt x="783598" y="263908"/>
                      <a:pt x="747575" y="263908"/>
                    </a:cubicBezTo>
                    <a:lnTo>
                      <a:pt x="65225" y="263908"/>
                    </a:lnTo>
                    <a:cubicBezTo>
                      <a:pt x="29202" y="263908"/>
                      <a:pt x="0" y="234705"/>
                      <a:pt x="0" y="198683"/>
                    </a:cubicBezTo>
                    <a:lnTo>
                      <a:pt x="0" y="65225"/>
                    </a:lnTo>
                    <a:cubicBezTo>
                      <a:pt x="0" y="29202"/>
                      <a:pt x="29202" y="0"/>
                      <a:pt x="65225" y="0"/>
                    </a:cubicBezTo>
                    <a:close/>
                  </a:path>
                </a:pathLst>
              </a:custGeom>
              <a:solidFill>
                <a:srgbClr val="00224C">
                  <a:alpha val="53725"/>
                </a:srgbClr>
              </a:solidFill>
              <a:ln w="38100" cap="rnd">
                <a:gradFill>
                  <a:gsLst>
                    <a:gs pos="0">
                      <a:srgbClr val="000000">
                        <a:alpha val="54000"/>
                      </a:srgbClr>
                    </a:gs>
                    <a:gs pos="100000">
                      <a:srgbClr val="E3E3E3">
                        <a:alpha val="54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311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1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72884" y="148994"/>
              <a:ext cx="3569032" cy="930407"/>
              <a:chOff x="0" y="0"/>
              <a:chExt cx="3569032" cy="9304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569032" cy="930407"/>
              </a:xfrm>
              <a:custGeom>
                <a:avLst/>
                <a:gdLst/>
                <a:ahLst/>
                <a:cxnLst/>
                <a:rect r="r" b="b" t="t" l="l"/>
                <a:pathLst>
                  <a:path h="930407" w="3569032">
                    <a:moveTo>
                      <a:pt x="0" y="0"/>
                    </a:moveTo>
                    <a:lnTo>
                      <a:pt x="3569032" y="0"/>
                    </a:lnTo>
                    <a:lnTo>
                      <a:pt x="3569032" y="930407"/>
                    </a:lnTo>
                    <a:lnTo>
                      <a:pt x="0" y="930407"/>
                    </a:lnTo>
                    <a:close/>
                  </a:path>
                </a:pathLst>
              </a:custGeom>
              <a:solidFill>
                <a:srgbClr val="00224C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3569032" cy="930407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3495"/>
                  </a:lnSpc>
                </a:pPr>
                <a:r>
                  <a:rPr lang="en-US" sz="2912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Your Team Name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5282" y="158899"/>
            <a:ext cx="1049724" cy="1312155"/>
            <a:chOff x="0" y="0"/>
            <a:chExt cx="2370849" cy="2963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0836" cy="2963545"/>
            </a:xfrm>
            <a:custGeom>
              <a:avLst/>
              <a:gdLst/>
              <a:ahLst/>
              <a:cxnLst/>
              <a:rect r="r" b="b" t="t" l="l"/>
              <a:pathLst>
                <a:path h="2963545" w="2370836">
                  <a:moveTo>
                    <a:pt x="0" y="0"/>
                  </a:moveTo>
                  <a:lnTo>
                    <a:pt x="2370836" y="0"/>
                  </a:lnTo>
                  <a:lnTo>
                    <a:pt x="2370836" y="2963545"/>
                  </a:lnTo>
                  <a:lnTo>
                    <a:pt x="0" y="2963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13" y="9754926"/>
            <a:ext cx="3139589" cy="532074"/>
            <a:chOff x="0" y="0"/>
            <a:chExt cx="4186119" cy="70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6119" cy="709432"/>
            </a:xfrm>
            <a:custGeom>
              <a:avLst/>
              <a:gdLst/>
              <a:ahLst/>
              <a:cxnLst/>
              <a:rect r="r" b="b" t="t" l="l"/>
              <a:pathLst>
                <a:path h="709432" w="4186119">
                  <a:moveTo>
                    <a:pt x="0" y="0"/>
                  </a:moveTo>
                  <a:lnTo>
                    <a:pt x="4186119" y="0"/>
                  </a:lnTo>
                  <a:lnTo>
                    <a:pt x="4186119" y="709432"/>
                  </a:lnTo>
                  <a:lnTo>
                    <a:pt x="0" y="709432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186119" cy="7094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75"/>
                </a:lnSpc>
              </a:pPr>
              <a:r>
                <a:rPr lang="en-US" sz="2229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Idea submission- Template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1807" y="2309116"/>
            <a:ext cx="16253475" cy="7977884"/>
            <a:chOff x="0" y="0"/>
            <a:chExt cx="21671300" cy="106371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71300" cy="10637179"/>
            </a:xfrm>
            <a:custGeom>
              <a:avLst/>
              <a:gdLst/>
              <a:ahLst/>
              <a:cxnLst/>
              <a:rect r="r" b="b" t="t" l="l"/>
              <a:pathLst>
                <a:path h="10637179" w="21671300">
                  <a:moveTo>
                    <a:pt x="0" y="0"/>
                  </a:moveTo>
                  <a:lnTo>
                    <a:pt x="21671300" y="0"/>
                  </a:lnTo>
                  <a:lnTo>
                    <a:pt x="21671300" y="10637179"/>
                  </a:lnTo>
                  <a:lnTo>
                    <a:pt x="0" y="10637179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314325"/>
              <a:ext cx="21671300" cy="109515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1045202" indent="-261301" lvl="3">
                <a:lnSpc>
                  <a:spcPts val="7998"/>
                </a:lnSpc>
                <a:buFont typeface="Arial"/>
                <a:buChar char="￭"/>
              </a:pP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clear, r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e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l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tab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l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e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st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ate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me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nt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o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f the specific pain point or gap in the market you are addressing.</a:t>
              </a:r>
            </a:p>
            <a:p>
              <a:pPr algn="just" marL="1045202" indent="-261301" lvl="3">
                <a:lnSpc>
                  <a:spcPts val="79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29761" y="1542998"/>
            <a:ext cx="16276350" cy="949904"/>
            <a:chOff x="0" y="0"/>
            <a:chExt cx="21701800" cy="1266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01799" cy="1266538"/>
            </a:xfrm>
            <a:custGeom>
              <a:avLst/>
              <a:gdLst/>
              <a:ahLst/>
              <a:cxnLst/>
              <a:rect r="r" b="b" t="t" l="l"/>
              <a:pathLst>
                <a:path h="1266538" w="21701799">
                  <a:moveTo>
                    <a:pt x="0" y="0"/>
                  </a:moveTo>
                  <a:lnTo>
                    <a:pt x="21701799" y="0"/>
                  </a:lnTo>
                  <a:lnTo>
                    <a:pt x="21701799" y="1266538"/>
                  </a:lnTo>
                  <a:lnTo>
                    <a:pt x="0" y="1266538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1701800" cy="13808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458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The Problem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665" y="278129"/>
            <a:ext cx="3086100" cy="1002024"/>
            <a:chOff x="0" y="0"/>
            <a:chExt cx="4114800" cy="13360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14800" cy="1336032"/>
              <a:chOff x="0" y="0"/>
              <a:chExt cx="812800" cy="2639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263908"/>
              </a:xfrm>
              <a:custGeom>
                <a:avLst/>
                <a:gdLst/>
                <a:ahLst/>
                <a:cxnLst/>
                <a:rect r="r" b="b" t="t" l="l"/>
                <a:pathLst>
                  <a:path h="263908" w="812800">
                    <a:moveTo>
                      <a:pt x="65225" y="0"/>
                    </a:moveTo>
                    <a:lnTo>
                      <a:pt x="747575" y="0"/>
                    </a:lnTo>
                    <a:cubicBezTo>
                      <a:pt x="783598" y="0"/>
                      <a:pt x="812800" y="29202"/>
                      <a:pt x="812800" y="65225"/>
                    </a:cubicBezTo>
                    <a:lnTo>
                      <a:pt x="812800" y="198683"/>
                    </a:lnTo>
                    <a:cubicBezTo>
                      <a:pt x="812800" y="234705"/>
                      <a:pt x="783598" y="263908"/>
                      <a:pt x="747575" y="263908"/>
                    </a:cubicBezTo>
                    <a:lnTo>
                      <a:pt x="65225" y="263908"/>
                    </a:lnTo>
                    <a:cubicBezTo>
                      <a:pt x="29202" y="263908"/>
                      <a:pt x="0" y="234705"/>
                      <a:pt x="0" y="198683"/>
                    </a:cubicBezTo>
                    <a:lnTo>
                      <a:pt x="0" y="65225"/>
                    </a:lnTo>
                    <a:cubicBezTo>
                      <a:pt x="0" y="29202"/>
                      <a:pt x="29202" y="0"/>
                      <a:pt x="65225" y="0"/>
                    </a:cubicBezTo>
                    <a:close/>
                  </a:path>
                </a:pathLst>
              </a:custGeom>
              <a:solidFill>
                <a:srgbClr val="00224C">
                  <a:alpha val="53725"/>
                </a:srgbClr>
              </a:solidFill>
              <a:ln w="38100" cap="rnd">
                <a:gradFill>
                  <a:gsLst>
                    <a:gs pos="0">
                      <a:srgbClr val="000000">
                        <a:alpha val="54000"/>
                      </a:srgbClr>
                    </a:gs>
                    <a:gs pos="100000">
                      <a:srgbClr val="E3E3E3">
                        <a:alpha val="54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311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1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72884" y="148994"/>
              <a:ext cx="3569032" cy="930407"/>
              <a:chOff x="0" y="0"/>
              <a:chExt cx="3569032" cy="9304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569032" cy="930407"/>
              </a:xfrm>
              <a:custGeom>
                <a:avLst/>
                <a:gdLst/>
                <a:ahLst/>
                <a:cxnLst/>
                <a:rect r="r" b="b" t="t" l="l"/>
                <a:pathLst>
                  <a:path h="930407" w="3569032">
                    <a:moveTo>
                      <a:pt x="0" y="0"/>
                    </a:moveTo>
                    <a:lnTo>
                      <a:pt x="3569032" y="0"/>
                    </a:lnTo>
                    <a:lnTo>
                      <a:pt x="3569032" y="930407"/>
                    </a:lnTo>
                    <a:lnTo>
                      <a:pt x="0" y="930407"/>
                    </a:lnTo>
                    <a:close/>
                  </a:path>
                </a:pathLst>
              </a:custGeom>
              <a:solidFill>
                <a:srgbClr val="00224C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3569032" cy="930407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3495"/>
                  </a:lnSpc>
                </a:pPr>
                <a:r>
                  <a:rPr lang="en-US" sz="2912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Your Team Name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5282" y="158899"/>
            <a:ext cx="1049724" cy="1312155"/>
            <a:chOff x="0" y="0"/>
            <a:chExt cx="2370849" cy="2963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0836" cy="2963545"/>
            </a:xfrm>
            <a:custGeom>
              <a:avLst/>
              <a:gdLst/>
              <a:ahLst/>
              <a:cxnLst/>
              <a:rect r="r" b="b" t="t" l="l"/>
              <a:pathLst>
                <a:path h="2963545" w="2370836">
                  <a:moveTo>
                    <a:pt x="0" y="0"/>
                  </a:moveTo>
                  <a:lnTo>
                    <a:pt x="2370836" y="0"/>
                  </a:lnTo>
                  <a:lnTo>
                    <a:pt x="2370836" y="2963545"/>
                  </a:lnTo>
                  <a:lnTo>
                    <a:pt x="0" y="2963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13" y="9754926"/>
            <a:ext cx="3139589" cy="532074"/>
            <a:chOff x="0" y="0"/>
            <a:chExt cx="4186119" cy="70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6119" cy="709432"/>
            </a:xfrm>
            <a:custGeom>
              <a:avLst/>
              <a:gdLst/>
              <a:ahLst/>
              <a:cxnLst/>
              <a:rect r="r" b="b" t="t" l="l"/>
              <a:pathLst>
                <a:path h="709432" w="4186119">
                  <a:moveTo>
                    <a:pt x="0" y="0"/>
                  </a:moveTo>
                  <a:lnTo>
                    <a:pt x="4186119" y="0"/>
                  </a:lnTo>
                  <a:lnTo>
                    <a:pt x="4186119" y="709432"/>
                  </a:lnTo>
                  <a:lnTo>
                    <a:pt x="0" y="709432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186119" cy="7094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75"/>
                </a:lnSpc>
              </a:pPr>
              <a:r>
                <a:rPr lang="en-US" sz="2229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Idea submission- Template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9761" y="1542998"/>
            <a:ext cx="16276350" cy="949904"/>
            <a:chOff x="0" y="0"/>
            <a:chExt cx="21701800" cy="12665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99" cy="1266538"/>
            </a:xfrm>
            <a:custGeom>
              <a:avLst/>
              <a:gdLst/>
              <a:ahLst/>
              <a:cxnLst/>
              <a:rect r="r" b="b" t="t" l="l"/>
              <a:pathLst>
                <a:path h="1266538" w="21701799">
                  <a:moveTo>
                    <a:pt x="0" y="0"/>
                  </a:moveTo>
                  <a:lnTo>
                    <a:pt x="21701799" y="0"/>
                  </a:lnTo>
                  <a:lnTo>
                    <a:pt x="21701799" y="1266538"/>
                  </a:lnTo>
                  <a:lnTo>
                    <a:pt x="0" y="1266538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21701800" cy="13808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458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The Solution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8868" y="2197964"/>
            <a:ext cx="16376776" cy="8797417"/>
            <a:chOff x="0" y="0"/>
            <a:chExt cx="21835701" cy="11729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835701" cy="11729889"/>
            </a:xfrm>
            <a:custGeom>
              <a:avLst/>
              <a:gdLst/>
              <a:ahLst/>
              <a:cxnLst/>
              <a:rect r="r" b="b" t="t" l="l"/>
              <a:pathLst>
                <a:path h="11729889" w="21835701">
                  <a:moveTo>
                    <a:pt x="0" y="0"/>
                  </a:moveTo>
                  <a:lnTo>
                    <a:pt x="21835701" y="0"/>
                  </a:lnTo>
                  <a:lnTo>
                    <a:pt x="21835701" y="11729889"/>
                  </a:lnTo>
                  <a:lnTo>
                    <a:pt x="0" y="11729889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180975"/>
              <a:ext cx="21835701" cy="1191086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1045342" indent="-261336" lvl="3">
                <a:lnSpc>
                  <a:spcPts val="6519"/>
                </a:lnSpc>
                <a:buFont typeface="Arial"/>
                <a:buChar char="￭"/>
              </a:pP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 h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ighly visual demonstration of your product and how it directly solves the stated problem.</a:t>
              </a:r>
            </a:p>
            <a:p>
              <a:pPr algn="just" marL="1045342" indent="-261336" lvl="3">
                <a:lnSpc>
                  <a:spcPts val="6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665" y="278129"/>
            <a:ext cx="3086100" cy="1002024"/>
            <a:chOff x="0" y="0"/>
            <a:chExt cx="4114800" cy="13360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14800" cy="1336032"/>
              <a:chOff x="0" y="0"/>
              <a:chExt cx="812800" cy="2639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263908"/>
              </a:xfrm>
              <a:custGeom>
                <a:avLst/>
                <a:gdLst/>
                <a:ahLst/>
                <a:cxnLst/>
                <a:rect r="r" b="b" t="t" l="l"/>
                <a:pathLst>
                  <a:path h="263908" w="812800">
                    <a:moveTo>
                      <a:pt x="65225" y="0"/>
                    </a:moveTo>
                    <a:lnTo>
                      <a:pt x="747575" y="0"/>
                    </a:lnTo>
                    <a:cubicBezTo>
                      <a:pt x="783598" y="0"/>
                      <a:pt x="812800" y="29202"/>
                      <a:pt x="812800" y="65225"/>
                    </a:cubicBezTo>
                    <a:lnTo>
                      <a:pt x="812800" y="198683"/>
                    </a:lnTo>
                    <a:cubicBezTo>
                      <a:pt x="812800" y="234705"/>
                      <a:pt x="783598" y="263908"/>
                      <a:pt x="747575" y="263908"/>
                    </a:cubicBezTo>
                    <a:lnTo>
                      <a:pt x="65225" y="263908"/>
                    </a:lnTo>
                    <a:cubicBezTo>
                      <a:pt x="29202" y="263908"/>
                      <a:pt x="0" y="234705"/>
                      <a:pt x="0" y="198683"/>
                    </a:cubicBezTo>
                    <a:lnTo>
                      <a:pt x="0" y="65225"/>
                    </a:lnTo>
                    <a:cubicBezTo>
                      <a:pt x="0" y="29202"/>
                      <a:pt x="29202" y="0"/>
                      <a:pt x="65225" y="0"/>
                    </a:cubicBezTo>
                    <a:close/>
                  </a:path>
                </a:pathLst>
              </a:custGeom>
              <a:solidFill>
                <a:srgbClr val="00224C">
                  <a:alpha val="53725"/>
                </a:srgbClr>
              </a:solidFill>
              <a:ln w="38100" cap="rnd">
                <a:gradFill>
                  <a:gsLst>
                    <a:gs pos="0">
                      <a:srgbClr val="000000">
                        <a:alpha val="54000"/>
                      </a:srgbClr>
                    </a:gs>
                    <a:gs pos="100000">
                      <a:srgbClr val="E3E3E3">
                        <a:alpha val="54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311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1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72884" y="148994"/>
              <a:ext cx="3569032" cy="930407"/>
              <a:chOff x="0" y="0"/>
              <a:chExt cx="3569032" cy="9304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569032" cy="930407"/>
              </a:xfrm>
              <a:custGeom>
                <a:avLst/>
                <a:gdLst/>
                <a:ahLst/>
                <a:cxnLst/>
                <a:rect r="r" b="b" t="t" l="l"/>
                <a:pathLst>
                  <a:path h="930407" w="3569032">
                    <a:moveTo>
                      <a:pt x="0" y="0"/>
                    </a:moveTo>
                    <a:lnTo>
                      <a:pt x="3569032" y="0"/>
                    </a:lnTo>
                    <a:lnTo>
                      <a:pt x="3569032" y="930407"/>
                    </a:lnTo>
                    <a:lnTo>
                      <a:pt x="0" y="930407"/>
                    </a:lnTo>
                    <a:close/>
                  </a:path>
                </a:pathLst>
              </a:custGeom>
              <a:solidFill>
                <a:srgbClr val="00224C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3569032" cy="930407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3495"/>
                  </a:lnSpc>
                </a:pPr>
                <a:r>
                  <a:rPr lang="en-US" sz="2912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Your Team Name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5282" y="158899"/>
            <a:ext cx="1049724" cy="1312155"/>
            <a:chOff x="0" y="0"/>
            <a:chExt cx="2370849" cy="2963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0836" cy="2963545"/>
            </a:xfrm>
            <a:custGeom>
              <a:avLst/>
              <a:gdLst/>
              <a:ahLst/>
              <a:cxnLst/>
              <a:rect r="r" b="b" t="t" l="l"/>
              <a:pathLst>
                <a:path h="2963545" w="2370836">
                  <a:moveTo>
                    <a:pt x="0" y="0"/>
                  </a:moveTo>
                  <a:lnTo>
                    <a:pt x="2370836" y="0"/>
                  </a:lnTo>
                  <a:lnTo>
                    <a:pt x="2370836" y="2963545"/>
                  </a:lnTo>
                  <a:lnTo>
                    <a:pt x="0" y="2963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13" y="9754926"/>
            <a:ext cx="3139589" cy="532074"/>
            <a:chOff x="0" y="0"/>
            <a:chExt cx="4186119" cy="70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6119" cy="709432"/>
            </a:xfrm>
            <a:custGeom>
              <a:avLst/>
              <a:gdLst/>
              <a:ahLst/>
              <a:cxnLst/>
              <a:rect r="r" b="b" t="t" l="l"/>
              <a:pathLst>
                <a:path h="709432" w="4186119">
                  <a:moveTo>
                    <a:pt x="0" y="0"/>
                  </a:moveTo>
                  <a:lnTo>
                    <a:pt x="4186119" y="0"/>
                  </a:lnTo>
                  <a:lnTo>
                    <a:pt x="4186119" y="709432"/>
                  </a:lnTo>
                  <a:lnTo>
                    <a:pt x="0" y="709432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186119" cy="7094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75"/>
                </a:lnSpc>
              </a:pPr>
              <a:r>
                <a:rPr lang="en-US" sz="2229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Idea submission- Template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9761" y="1542998"/>
            <a:ext cx="16276350" cy="949904"/>
            <a:chOff x="0" y="0"/>
            <a:chExt cx="21701800" cy="12665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99" cy="1266538"/>
            </a:xfrm>
            <a:custGeom>
              <a:avLst/>
              <a:gdLst/>
              <a:ahLst/>
              <a:cxnLst/>
              <a:rect r="r" b="b" t="t" l="l"/>
              <a:pathLst>
                <a:path h="1266538" w="21701799">
                  <a:moveTo>
                    <a:pt x="0" y="0"/>
                  </a:moveTo>
                  <a:lnTo>
                    <a:pt x="21701799" y="0"/>
                  </a:lnTo>
                  <a:lnTo>
                    <a:pt x="21701799" y="1266538"/>
                  </a:lnTo>
                  <a:lnTo>
                    <a:pt x="0" y="1266538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21701800" cy="13808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458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The Market Opportunity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00850" y="2430716"/>
            <a:ext cx="14948900" cy="7166004"/>
            <a:chOff x="0" y="0"/>
            <a:chExt cx="19931867" cy="955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931867" cy="9554672"/>
            </a:xfrm>
            <a:custGeom>
              <a:avLst/>
              <a:gdLst/>
              <a:ahLst/>
              <a:cxnLst/>
              <a:rect r="r" b="b" t="t" l="l"/>
              <a:pathLst>
                <a:path h="9554672" w="19931867">
                  <a:moveTo>
                    <a:pt x="0" y="0"/>
                  </a:moveTo>
                  <a:lnTo>
                    <a:pt x="19931867" y="0"/>
                  </a:lnTo>
                  <a:lnTo>
                    <a:pt x="19931867" y="9554672"/>
                  </a:lnTo>
                  <a:lnTo>
                    <a:pt x="0" y="9554672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314325"/>
              <a:ext cx="19931867" cy="98689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1091926" indent="-272982" lvl="3">
                <a:lnSpc>
                  <a:spcPts val="7998"/>
                </a:lnSpc>
                <a:buFont typeface="Arial"/>
                <a:buChar char="￭"/>
              </a:pP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Th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e size of your target market (TAM/SAM/SOM) to prove the business has room to scale and generate significant revenue.</a:t>
              </a:r>
            </a:p>
            <a:p>
              <a:pPr algn="just" marL="1091926" indent="-272982" lvl="3">
                <a:lnSpc>
                  <a:spcPts val="79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665" y="278129"/>
            <a:ext cx="3086100" cy="1002024"/>
            <a:chOff x="0" y="0"/>
            <a:chExt cx="4114800" cy="13360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14800" cy="1336032"/>
              <a:chOff x="0" y="0"/>
              <a:chExt cx="812800" cy="2639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263908"/>
              </a:xfrm>
              <a:custGeom>
                <a:avLst/>
                <a:gdLst/>
                <a:ahLst/>
                <a:cxnLst/>
                <a:rect r="r" b="b" t="t" l="l"/>
                <a:pathLst>
                  <a:path h="263908" w="812800">
                    <a:moveTo>
                      <a:pt x="65225" y="0"/>
                    </a:moveTo>
                    <a:lnTo>
                      <a:pt x="747575" y="0"/>
                    </a:lnTo>
                    <a:cubicBezTo>
                      <a:pt x="783598" y="0"/>
                      <a:pt x="812800" y="29202"/>
                      <a:pt x="812800" y="65225"/>
                    </a:cubicBezTo>
                    <a:lnTo>
                      <a:pt x="812800" y="198683"/>
                    </a:lnTo>
                    <a:cubicBezTo>
                      <a:pt x="812800" y="234705"/>
                      <a:pt x="783598" y="263908"/>
                      <a:pt x="747575" y="263908"/>
                    </a:cubicBezTo>
                    <a:lnTo>
                      <a:pt x="65225" y="263908"/>
                    </a:lnTo>
                    <a:cubicBezTo>
                      <a:pt x="29202" y="263908"/>
                      <a:pt x="0" y="234705"/>
                      <a:pt x="0" y="198683"/>
                    </a:cubicBezTo>
                    <a:lnTo>
                      <a:pt x="0" y="65225"/>
                    </a:lnTo>
                    <a:cubicBezTo>
                      <a:pt x="0" y="29202"/>
                      <a:pt x="29202" y="0"/>
                      <a:pt x="65225" y="0"/>
                    </a:cubicBezTo>
                    <a:close/>
                  </a:path>
                </a:pathLst>
              </a:custGeom>
              <a:solidFill>
                <a:srgbClr val="00224C">
                  <a:alpha val="53725"/>
                </a:srgbClr>
              </a:solidFill>
              <a:ln w="38100" cap="rnd">
                <a:gradFill>
                  <a:gsLst>
                    <a:gs pos="0">
                      <a:srgbClr val="000000">
                        <a:alpha val="54000"/>
                      </a:srgbClr>
                    </a:gs>
                    <a:gs pos="100000">
                      <a:srgbClr val="E3E3E3">
                        <a:alpha val="54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311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1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72884" y="148994"/>
              <a:ext cx="3569032" cy="930407"/>
              <a:chOff x="0" y="0"/>
              <a:chExt cx="3569032" cy="9304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569032" cy="930407"/>
              </a:xfrm>
              <a:custGeom>
                <a:avLst/>
                <a:gdLst/>
                <a:ahLst/>
                <a:cxnLst/>
                <a:rect r="r" b="b" t="t" l="l"/>
                <a:pathLst>
                  <a:path h="930407" w="3569032">
                    <a:moveTo>
                      <a:pt x="0" y="0"/>
                    </a:moveTo>
                    <a:lnTo>
                      <a:pt x="3569032" y="0"/>
                    </a:lnTo>
                    <a:lnTo>
                      <a:pt x="3569032" y="930407"/>
                    </a:lnTo>
                    <a:lnTo>
                      <a:pt x="0" y="930407"/>
                    </a:lnTo>
                    <a:close/>
                  </a:path>
                </a:pathLst>
              </a:custGeom>
              <a:solidFill>
                <a:srgbClr val="00224C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3569032" cy="930407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3495"/>
                  </a:lnSpc>
                </a:pPr>
                <a:r>
                  <a:rPr lang="en-US" sz="2912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Your Team Name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5282" y="158899"/>
            <a:ext cx="1049724" cy="1312155"/>
            <a:chOff x="0" y="0"/>
            <a:chExt cx="2370849" cy="2963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0836" cy="2963545"/>
            </a:xfrm>
            <a:custGeom>
              <a:avLst/>
              <a:gdLst/>
              <a:ahLst/>
              <a:cxnLst/>
              <a:rect r="r" b="b" t="t" l="l"/>
              <a:pathLst>
                <a:path h="2963545" w="2370836">
                  <a:moveTo>
                    <a:pt x="0" y="0"/>
                  </a:moveTo>
                  <a:lnTo>
                    <a:pt x="2370836" y="0"/>
                  </a:lnTo>
                  <a:lnTo>
                    <a:pt x="2370836" y="2963545"/>
                  </a:lnTo>
                  <a:lnTo>
                    <a:pt x="0" y="2963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13" y="9754926"/>
            <a:ext cx="3139589" cy="532074"/>
            <a:chOff x="0" y="0"/>
            <a:chExt cx="4186119" cy="70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6119" cy="709432"/>
            </a:xfrm>
            <a:custGeom>
              <a:avLst/>
              <a:gdLst/>
              <a:ahLst/>
              <a:cxnLst/>
              <a:rect r="r" b="b" t="t" l="l"/>
              <a:pathLst>
                <a:path h="709432" w="4186119">
                  <a:moveTo>
                    <a:pt x="0" y="0"/>
                  </a:moveTo>
                  <a:lnTo>
                    <a:pt x="4186119" y="0"/>
                  </a:lnTo>
                  <a:lnTo>
                    <a:pt x="4186119" y="709432"/>
                  </a:lnTo>
                  <a:lnTo>
                    <a:pt x="0" y="709432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186119" cy="7094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75"/>
                </a:lnSpc>
              </a:pPr>
              <a:r>
                <a:rPr lang="en-US" sz="2229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Idea submission- Template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9761" y="1542998"/>
            <a:ext cx="16276350" cy="949904"/>
            <a:chOff x="0" y="0"/>
            <a:chExt cx="21701800" cy="12665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99" cy="1266538"/>
            </a:xfrm>
            <a:custGeom>
              <a:avLst/>
              <a:gdLst/>
              <a:ahLst/>
              <a:cxnLst/>
              <a:rect r="r" b="b" t="t" l="l"/>
              <a:pathLst>
                <a:path h="1266538" w="21701799">
                  <a:moveTo>
                    <a:pt x="0" y="0"/>
                  </a:moveTo>
                  <a:lnTo>
                    <a:pt x="21701799" y="0"/>
                  </a:lnTo>
                  <a:lnTo>
                    <a:pt x="21701799" y="1266538"/>
                  </a:lnTo>
                  <a:lnTo>
                    <a:pt x="0" y="1266538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21701800" cy="13808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455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Business Model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96450" y="2259214"/>
            <a:ext cx="13895100" cy="4270988"/>
            <a:chOff x="0" y="0"/>
            <a:chExt cx="18526800" cy="56946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526799" cy="5694650"/>
            </a:xfrm>
            <a:custGeom>
              <a:avLst/>
              <a:gdLst/>
              <a:ahLst/>
              <a:cxnLst/>
              <a:rect r="r" b="b" t="t" l="l"/>
              <a:pathLst>
                <a:path h="5694650" w="18526799">
                  <a:moveTo>
                    <a:pt x="0" y="0"/>
                  </a:moveTo>
                  <a:lnTo>
                    <a:pt x="18526799" y="0"/>
                  </a:lnTo>
                  <a:lnTo>
                    <a:pt x="18526799" y="5694650"/>
                  </a:lnTo>
                  <a:lnTo>
                    <a:pt x="0" y="5694650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8526800" cy="57041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1045202" indent="-261301" lvl="3">
                <a:lnSpc>
                  <a:spcPts val="4798"/>
                </a:lnSpc>
                <a:buFont typeface="Arial"/>
                <a:buChar char="￭"/>
              </a:pP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A str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aightforward explanation of your pricing strategy and exactly how your product will make money.</a:t>
              </a:r>
            </a:p>
            <a:p>
              <a:pPr algn="just" marL="1045202" indent="-261301" lvl="3">
                <a:lnSpc>
                  <a:spcPts val="4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665" y="278129"/>
            <a:ext cx="3086100" cy="1002024"/>
            <a:chOff x="0" y="0"/>
            <a:chExt cx="4114800" cy="13360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14800" cy="1336032"/>
              <a:chOff x="0" y="0"/>
              <a:chExt cx="812800" cy="2639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263908"/>
              </a:xfrm>
              <a:custGeom>
                <a:avLst/>
                <a:gdLst/>
                <a:ahLst/>
                <a:cxnLst/>
                <a:rect r="r" b="b" t="t" l="l"/>
                <a:pathLst>
                  <a:path h="263908" w="812800">
                    <a:moveTo>
                      <a:pt x="65225" y="0"/>
                    </a:moveTo>
                    <a:lnTo>
                      <a:pt x="747575" y="0"/>
                    </a:lnTo>
                    <a:cubicBezTo>
                      <a:pt x="783598" y="0"/>
                      <a:pt x="812800" y="29202"/>
                      <a:pt x="812800" y="65225"/>
                    </a:cubicBezTo>
                    <a:lnTo>
                      <a:pt x="812800" y="198683"/>
                    </a:lnTo>
                    <a:cubicBezTo>
                      <a:pt x="812800" y="234705"/>
                      <a:pt x="783598" y="263908"/>
                      <a:pt x="747575" y="263908"/>
                    </a:cubicBezTo>
                    <a:lnTo>
                      <a:pt x="65225" y="263908"/>
                    </a:lnTo>
                    <a:cubicBezTo>
                      <a:pt x="29202" y="263908"/>
                      <a:pt x="0" y="234705"/>
                      <a:pt x="0" y="198683"/>
                    </a:cubicBezTo>
                    <a:lnTo>
                      <a:pt x="0" y="65225"/>
                    </a:lnTo>
                    <a:cubicBezTo>
                      <a:pt x="0" y="29202"/>
                      <a:pt x="29202" y="0"/>
                      <a:pt x="65225" y="0"/>
                    </a:cubicBezTo>
                    <a:close/>
                  </a:path>
                </a:pathLst>
              </a:custGeom>
              <a:solidFill>
                <a:srgbClr val="00224C">
                  <a:alpha val="53725"/>
                </a:srgbClr>
              </a:solidFill>
              <a:ln w="38100" cap="rnd">
                <a:gradFill>
                  <a:gsLst>
                    <a:gs pos="0">
                      <a:srgbClr val="000000">
                        <a:alpha val="54000"/>
                      </a:srgbClr>
                    </a:gs>
                    <a:gs pos="100000">
                      <a:srgbClr val="E3E3E3">
                        <a:alpha val="54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311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1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72884" y="148994"/>
              <a:ext cx="3569032" cy="930407"/>
              <a:chOff x="0" y="0"/>
              <a:chExt cx="3569032" cy="9304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569032" cy="930407"/>
              </a:xfrm>
              <a:custGeom>
                <a:avLst/>
                <a:gdLst/>
                <a:ahLst/>
                <a:cxnLst/>
                <a:rect r="r" b="b" t="t" l="l"/>
                <a:pathLst>
                  <a:path h="930407" w="3569032">
                    <a:moveTo>
                      <a:pt x="0" y="0"/>
                    </a:moveTo>
                    <a:lnTo>
                      <a:pt x="3569032" y="0"/>
                    </a:lnTo>
                    <a:lnTo>
                      <a:pt x="3569032" y="930407"/>
                    </a:lnTo>
                    <a:lnTo>
                      <a:pt x="0" y="930407"/>
                    </a:lnTo>
                    <a:close/>
                  </a:path>
                </a:pathLst>
              </a:custGeom>
              <a:solidFill>
                <a:srgbClr val="00224C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3569032" cy="930407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3495"/>
                  </a:lnSpc>
                </a:pPr>
                <a:r>
                  <a:rPr lang="en-US" sz="2912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Your Team Name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5282" y="158899"/>
            <a:ext cx="1049724" cy="1312155"/>
            <a:chOff x="0" y="0"/>
            <a:chExt cx="2370849" cy="2963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0836" cy="2963545"/>
            </a:xfrm>
            <a:custGeom>
              <a:avLst/>
              <a:gdLst/>
              <a:ahLst/>
              <a:cxnLst/>
              <a:rect r="r" b="b" t="t" l="l"/>
              <a:pathLst>
                <a:path h="2963545" w="2370836">
                  <a:moveTo>
                    <a:pt x="0" y="0"/>
                  </a:moveTo>
                  <a:lnTo>
                    <a:pt x="2370836" y="0"/>
                  </a:lnTo>
                  <a:lnTo>
                    <a:pt x="2370836" y="2963545"/>
                  </a:lnTo>
                  <a:lnTo>
                    <a:pt x="0" y="2963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13" y="9754926"/>
            <a:ext cx="3139589" cy="532074"/>
            <a:chOff x="0" y="0"/>
            <a:chExt cx="4186119" cy="70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6119" cy="709432"/>
            </a:xfrm>
            <a:custGeom>
              <a:avLst/>
              <a:gdLst/>
              <a:ahLst/>
              <a:cxnLst/>
              <a:rect r="r" b="b" t="t" l="l"/>
              <a:pathLst>
                <a:path h="709432" w="4186119">
                  <a:moveTo>
                    <a:pt x="0" y="0"/>
                  </a:moveTo>
                  <a:lnTo>
                    <a:pt x="4186119" y="0"/>
                  </a:lnTo>
                  <a:lnTo>
                    <a:pt x="4186119" y="709432"/>
                  </a:lnTo>
                  <a:lnTo>
                    <a:pt x="0" y="709432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186119" cy="7094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75"/>
                </a:lnSpc>
              </a:pPr>
              <a:r>
                <a:rPr lang="en-US" sz="2229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Idea submission- Template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9761" y="1542998"/>
            <a:ext cx="16276350" cy="949904"/>
            <a:chOff x="0" y="0"/>
            <a:chExt cx="21701800" cy="12665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99" cy="1266538"/>
            </a:xfrm>
            <a:custGeom>
              <a:avLst/>
              <a:gdLst/>
              <a:ahLst/>
              <a:cxnLst/>
              <a:rect r="r" b="b" t="t" l="l"/>
              <a:pathLst>
                <a:path h="1266538" w="21701799">
                  <a:moveTo>
                    <a:pt x="0" y="0"/>
                  </a:moveTo>
                  <a:lnTo>
                    <a:pt x="21701799" y="0"/>
                  </a:lnTo>
                  <a:lnTo>
                    <a:pt x="21701799" y="1266538"/>
                  </a:lnTo>
                  <a:lnTo>
                    <a:pt x="0" y="1266538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21701800" cy="13808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455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Traction &amp; Validation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96450" y="2259214"/>
            <a:ext cx="13895100" cy="4270988"/>
            <a:chOff x="0" y="0"/>
            <a:chExt cx="18526800" cy="56946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526799" cy="5694650"/>
            </a:xfrm>
            <a:custGeom>
              <a:avLst/>
              <a:gdLst/>
              <a:ahLst/>
              <a:cxnLst/>
              <a:rect r="r" b="b" t="t" l="l"/>
              <a:pathLst>
                <a:path h="5694650" w="18526799">
                  <a:moveTo>
                    <a:pt x="0" y="0"/>
                  </a:moveTo>
                  <a:lnTo>
                    <a:pt x="18526799" y="0"/>
                  </a:lnTo>
                  <a:lnTo>
                    <a:pt x="18526799" y="5694650"/>
                  </a:lnTo>
                  <a:lnTo>
                    <a:pt x="0" y="5694650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8526800" cy="57041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1045203" indent="-261301" lvl="3">
                <a:lnSpc>
                  <a:spcPts val="4798"/>
                </a:lnSpc>
                <a:spcBef>
                  <a:spcPct val="0"/>
                </a:spcBef>
              </a:pPr>
              <a:r>
                <a:rPr lang="en-US" sz="3999" strike="noStrike" u="non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 realistic look at your competitors and the unique competitive advantage (your "moat") that sets you apart.</a:t>
              </a:r>
            </a:p>
            <a:p>
              <a:pPr algn="just" marL="1045203" indent="-261301" lvl="3">
                <a:lnSpc>
                  <a:spcPts val="479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665" y="278129"/>
            <a:ext cx="3086100" cy="1002024"/>
            <a:chOff x="0" y="0"/>
            <a:chExt cx="4114800" cy="13360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14800" cy="1336032"/>
              <a:chOff x="0" y="0"/>
              <a:chExt cx="812800" cy="2639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263908"/>
              </a:xfrm>
              <a:custGeom>
                <a:avLst/>
                <a:gdLst/>
                <a:ahLst/>
                <a:cxnLst/>
                <a:rect r="r" b="b" t="t" l="l"/>
                <a:pathLst>
                  <a:path h="263908" w="812800">
                    <a:moveTo>
                      <a:pt x="65225" y="0"/>
                    </a:moveTo>
                    <a:lnTo>
                      <a:pt x="747575" y="0"/>
                    </a:lnTo>
                    <a:cubicBezTo>
                      <a:pt x="783598" y="0"/>
                      <a:pt x="812800" y="29202"/>
                      <a:pt x="812800" y="65225"/>
                    </a:cubicBezTo>
                    <a:lnTo>
                      <a:pt x="812800" y="198683"/>
                    </a:lnTo>
                    <a:cubicBezTo>
                      <a:pt x="812800" y="234705"/>
                      <a:pt x="783598" y="263908"/>
                      <a:pt x="747575" y="263908"/>
                    </a:cubicBezTo>
                    <a:lnTo>
                      <a:pt x="65225" y="263908"/>
                    </a:lnTo>
                    <a:cubicBezTo>
                      <a:pt x="29202" y="263908"/>
                      <a:pt x="0" y="234705"/>
                      <a:pt x="0" y="198683"/>
                    </a:cubicBezTo>
                    <a:lnTo>
                      <a:pt x="0" y="65225"/>
                    </a:lnTo>
                    <a:cubicBezTo>
                      <a:pt x="0" y="29202"/>
                      <a:pt x="29202" y="0"/>
                      <a:pt x="65225" y="0"/>
                    </a:cubicBezTo>
                    <a:close/>
                  </a:path>
                </a:pathLst>
              </a:custGeom>
              <a:solidFill>
                <a:srgbClr val="00224C">
                  <a:alpha val="53725"/>
                </a:srgbClr>
              </a:solidFill>
              <a:ln w="38100" cap="rnd">
                <a:gradFill>
                  <a:gsLst>
                    <a:gs pos="0">
                      <a:srgbClr val="000000">
                        <a:alpha val="54000"/>
                      </a:srgbClr>
                    </a:gs>
                    <a:gs pos="100000">
                      <a:srgbClr val="E3E3E3">
                        <a:alpha val="54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311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1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72884" y="148994"/>
              <a:ext cx="3569032" cy="930407"/>
              <a:chOff x="0" y="0"/>
              <a:chExt cx="3569032" cy="9304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569032" cy="930407"/>
              </a:xfrm>
              <a:custGeom>
                <a:avLst/>
                <a:gdLst/>
                <a:ahLst/>
                <a:cxnLst/>
                <a:rect r="r" b="b" t="t" l="l"/>
                <a:pathLst>
                  <a:path h="930407" w="3569032">
                    <a:moveTo>
                      <a:pt x="0" y="0"/>
                    </a:moveTo>
                    <a:lnTo>
                      <a:pt x="3569032" y="0"/>
                    </a:lnTo>
                    <a:lnTo>
                      <a:pt x="3569032" y="930407"/>
                    </a:lnTo>
                    <a:lnTo>
                      <a:pt x="0" y="930407"/>
                    </a:lnTo>
                    <a:close/>
                  </a:path>
                </a:pathLst>
              </a:custGeom>
              <a:solidFill>
                <a:srgbClr val="00224C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3569032" cy="930407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3495"/>
                  </a:lnSpc>
                </a:pPr>
                <a:r>
                  <a:rPr lang="en-US" sz="2912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Your Team Name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5282" y="158899"/>
            <a:ext cx="1049724" cy="1312155"/>
            <a:chOff x="0" y="0"/>
            <a:chExt cx="2370849" cy="2963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0836" cy="2963545"/>
            </a:xfrm>
            <a:custGeom>
              <a:avLst/>
              <a:gdLst/>
              <a:ahLst/>
              <a:cxnLst/>
              <a:rect r="r" b="b" t="t" l="l"/>
              <a:pathLst>
                <a:path h="2963545" w="2370836">
                  <a:moveTo>
                    <a:pt x="0" y="0"/>
                  </a:moveTo>
                  <a:lnTo>
                    <a:pt x="2370836" y="0"/>
                  </a:lnTo>
                  <a:lnTo>
                    <a:pt x="2370836" y="2963545"/>
                  </a:lnTo>
                  <a:lnTo>
                    <a:pt x="0" y="2963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13" y="9754926"/>
            <a:ext cx="3139589" cy="532074"/>
            <a:chOff x="0" y="0"/>
            <a:chExt cx="4186119" cy="70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6119" cy="709432"/>
            </a:xfrm>
            <a:custGeom>
              <a:avLst/>
              <a:gdLst/>
              <a:ahLst/>
              <a:cxnLst/>
              <a:rect r="r" b="b" t="t" l="l"/>
              <a:pathLst>
                <a:path h="709432" w="4186119">
                  <a:moveTo>
                    <a:pt x="0" y="0"/>
                  </a:moveTo>
                  <a:lnTo>
                    <a:pt x="4186119" y="0"/>
                  </a:lnTo>
                  <a:lnTo>
                    <a:pt x="4186119" y="709432"/>
                  </a:lnTo>
                  <a:lnTo>
                    <a:pt x="0" y="709432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186119" cy="7094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75"/>
                </a:lnSpc>
              </a:pPr>
              <a:r>
                <a:rPr lang="en-US" sz="2229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Idea submission- Template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9761" y="1542998"/>
            <a:ext cx="16276350" cy="949904"/>
            <a:chOff x="0" y="0"/>
            <a:chExt cx="21701800" cy="12665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99" cy="1266538"/>
            </a:xfrm>
            <a:custGeom>
              <a:avLst/>
              <a:gdLst/>
              <a:ahLst/>
              <a:cxnLst/>
              <a:rect r="r" b="b" t="t" l="l"/>
              <a:pathLst>
                <a:path h="1266538" w="21701799">
                  <a:moveTo>
                    <a:pt x="0" y="0"/>
                  </a:moveTo>
                  <a:lnTo>
                    <a:pt x="21701799" y="0"/>
                  </a:lnTo>
                  <a:lnTo>
                    <a:pt x="21701799" y="1266538"/>
                  </a:lnTo>
                  <a:lnTo>
                    <a:pt x="0" y="1266538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21701800" cy="13808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455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Competition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96450" y="2259214"/>
            <a:ext cx="13895100" cy="5326759"/>
            <a:chOff x="0" y="0"/>
            <a:chExt cx="18526800" cy="71023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526799" cy="7102346"/>
            </a:xfrm>
            <a:custGeom>
              <a:avLst/>
              <a:gdLst/>
              <a:ahLst/>
              <a:cxnLst/>
              <a:rect r="r" b="b" t="t" l="l"/>
              <a:pathLst>
                <a:path h="7102346" w="18526799">
                  <a:moveTo>
                    <a:pt x="0" y="0"/>
                  </a:moveTo>
                  <a:lnTo>
                    <a:pt x="18526799" y="0"/>
                  </a:lnTo>
                  <a:lnTo>
                    <a:pt x="18526799" y="7102346"/>
                  </a:lnTo>
                  <a:lnTo>
                    <a:pt x="0" y="7102346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8526800" cy="71118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1045202" indent="-261301" lvl="3">
                <a:lnSpc>
                  <a:spcPts val="4798"/>
                </a:lnSpc>
                <a:buFont typeface="Arial"/>
                <a:buChar char="￭"/>
              </a:pP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 realist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ic look at your competitors and the unique competitive advantage (your "moat") that sets you apart.</a:t>
              </a:r>
            </a:p>
            <a:p>
              <a:pPr algn="just">
                <a:lnSpc>
                  <a:spcPts val="4798"/>
                </a:lnSpc>
              </a:pPr>
            </a:p>
            <a:p>
              <a:pPr algn="just">
                <a:lnSpc>
                  <a:spcPts val="4798"/>
                </a:lnSpc>
              </a:pPr>
            </a:p>
            <a:p>
              <a:pPr algn="just" marL="1045202" indent="-261301" lvl="3">
                <a:lnSpc>
                  <a:spcPts val="4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665" y="278129"/>
            <a:ext cx="3086100" cy="1002024"/>
            <a:chOff x="0" y="0"/>
            <a:chExt cx="4114800" cy="13360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14800" cy="1336032"/>
              <a:chOff x="0" y="0"/>
              <a:chExt cx="812800" cy="2639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263908"/>
              </a:xfrm>
              <a:custGeom>
                <a:avLst/>
                <a:gdLst/>
                <a:ahLst/>
                <a:cxnLst/>
                <a:rect r="r" b="b" t="t" l="l"/>
                <a:pathLst>
                  <a:path h="263908" w="812800">
                    <a:moveTo>
                      <a:pt x="65225" y="0"/>
                    </a:moveTo>
                    <a:lnTo>
                      <a:pt x="747575" y="0"/>
                    </a:lnTo>
                    <a:cubicBezTo>
                      <a:pt x="783598" y="0"/>
                      <a:pt x="812800" y="29202"/>
                      <a:pt x="812800" y="65225"/>
                    </a:cubicBezTo>
                    <a:lnTo>
                      <a:pt x="812800" y="198683"/>
                    </a:lnTo>
                    <a:cubicBezTo>
                      <a:pt x="812800" y="234705"/>
                      <a:pt x="783598" y="263908"/>
                      <a:pt x="747575" y="263908"/>
                    </a:cubicBezTo>
                    <a:lnTo>
                      <a:pt x="65225" y="263908"/>
                    </a:lnTo>
                    <a:cubicBezTo>
                      <a:pt x="29202" y="263908"/>
                      <a:pt x="0" y="234705"/>
                      <a:pt x="0" y="198683"/>
                    </a:cubicBezTo>
                    <a:lnTo>
                      <a:pt x="0" y="65225"/>
                    </a:lnTo>
                    <a:cubicBezTo>
                      <a:pt x="0" y="29202"/>
                      <a:pt x="29202" y="0"/>
                      <a:pt x="65225" y="0"/>
                    </a:cubicBezTo>
                    <a:close/>
                  </a:path>
                </a:pathLst>
              </a:custGeom>
              <a:solidFill>
                <a:srgbClr val="00224C">
                  <a:alpha val="53725"/>
                </a:srgbClr>
              </a:solidFill>
              <a:ln w="38100" cap="rnd">
                <a:gradFill>
                  <a:gsLst>
                    <a:gs pos="0">
                      <a:srgbClr val="000000">
                        <a:alpha val="54000"/>
                      </a:srgbClr>
                    </a:gs>
                    <a:gs pos="100000">
                      <a:srgbClr val="E3E3E3">
                        <a:alpha val="54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311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1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72884" y="148994"/>
              <a:ext cx="3569032" cy="930407"/>
              <a:chOff x="0" y="0"/>
              <a:chExt cx="3569032" cy="9304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569032" cy="930407"/>
              </a:xfrm>
              <a:custGeom>
                <a:avLst/>
                <a:gdLst/>
                <a:ahLst/>
                <a:cxnLst/>
                <a:rect r="r" b="b" t="t" l="l"/>
                <a:pathLst>
                  <a:path h="930407" w="3569032">
                    <a:moveTo>
                      <a:pt x="0" y="0"/>
                    </a:moveTo>
                    <a:lnTo>
                      <a:pt x="3569032" y="0"/>
                    </a:lnTo>
                    <a:lnTo>
                      <a:pt x="3569032" y="930407"/>
                    </a:lnTo>
                    <a:lnTo>
                      <a:pt x="0" y="930407"/>
                    </a:lnTo>
                    <a:close/>
                  </a:path>
                </a:pathLst>
              </a:custGeom>
              <a:solidFill>
                <a:srgbClr val="00224C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3569032" cy="930407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3495"/>
                  </a:lnSpc>
                </a:pPr>
                <a:r>
                  <a:rPr lang="en-US" sz="2912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Your Team Name</a:t>
                </a: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5282" y="158899"/>
            <a:ext cx="1049724" cy="1312155"/>
            <a:chOff x="0" y="0"/>
            <a:chExt cx="2370849" cy="2963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0836" cy="2963545"/>
            </a:xfrm>
            <a:custGeom>
              <a:avLst/>
              <a:gdLst/>
              <a:ahLst/>
              <a:cxnLst/>
              <a:rect r="r" b="b" t="t" l="l"/>
              <a:pathLst>
                <a:path h="2963545" w="2370836">
                  <a:moveTo>
                    <a:pt x="0" y="0"/>
                  </a:moveTo>
                  <a:lnTo>
                    <a:pt x="2370836" y="0"/>
                  </a:lnTo>
                  <a:lnTo>
                    <a:pt x="2370836" y="2963545"/>
                  </a:lnTo>
                  <a:lnTo>
                    <a:pt x="0" y="2963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13" y="9754926"/>
            <a:ext cx="3139589" cy="532074"/>
            <a:chOff x="0" y="0"/>
            <a:chExt cx="4186119" cy="70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6119" cy="709432"/>
            </a:xfrm>
            <a:custGeom>
              <a:avLst/>
              <a:gdLst/>
              <a:ahLst/>
              <a:cxnLst/>
              <a:rect r="r" b="b" t="t" l="l"/>
              <a:pathLst>
                <a:path h="709432" w="4186119">
                  <a:moveTo>
                    <a:pt x="0" y="0"/>
                  </a:moveTo>
                  <a:lnTo>
                    <a:pt x="4186119" y="0"/>
                  </a:lnTo>
                  <a:lnTo>
                    <a:pt x="4186119" y="709432"/>
                  </a:lnTo>
                  <a:lnTo>
                    <a:pt x="0" y="709432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186119" cy="7094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75"/>
                </a:lnSpc>
              </a:pPr>
              <a:r>
                <a:rPr lang="en-US" sz="2229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Idea submission- Template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9761" y="1542998"/>
            <a:ext cx="16276350" cy="949904"/>
            <a:chOff x="0" y="0"/>
            <a:chExt cx="21701800" cy="12665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99" cy="1266538"/>
            </a:xfrm>
            <a:custGeom>
              <a:avLst/>
              <a:gdLst/>
              <a:ahLst/>
              <a:cxnLst/>
              <a:rect r="r" b="b" t="t" l="l"/>
              <a:pathLst>
                <a:path h="1266538" w="21701799">
                  <a:moveTo>
                    <a:pt x="0" y="0"/>
                  </a:moveTo>
                  <a:lnTo>
                    <a:pt x="21701799" y="0"/>
                  </a:lnTo>
                  <a:lnTo>
                    <a:pt x="21701799" y="1266538"/>
                  </a:lnTo>
                  <a:lnTo>
                    <a:pt x="0" y="1266538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21701800" cy="13808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455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Financial Projections &amp; Roadmap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96450" y="2259214"/>
            <a:ext cx="13895100" cy="4726887"/>
            <a:chOff x="0" y="0"/>
            <a:chExt cx="18526800" cy="63025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526799" cy="6302516"/>
            </a:xfrm>
            <a:custGeom>
              <a:avLst/>
              <a:gdLst/>
              <a:ahLst/>
              <a:cxnLst/>
              <a:rect r="r" b="b" t="t" l="l"/>
              <a:pathLst>
                <a:path h="6302516" w="18526799">
                  <a:moveTo>
                    <a:pt x="0" y="0"/>
                  </a:moveTo>
                  <a:lnTo>
                    <a:pt x="18526799" y="0"/>
                  </a:lnTo>
                  <a:lnTo>
                    <a:pt x="18526799" y="6302516"/>
                  </a:lnTo>
                  <a:lnTo>
                    <a:pt x="0" y="6302516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8526800" cy="631204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1044695" indent="-261174" lvl="3">
                <a:lnSpc>
                  <a:spcPts val="4794"/>
                </a:lnSpc>
                <a:buFont typeface="Arial"/>
                <a:buChar char="￭"/>
              </a:pP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 clean, high-level t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imeline of your upcoming development milestones and a brief revenue forecast.</a:t>
              </a:r>
            </a:p>
            <a:p>
              <a:pPr algn="just">
                <a:lnSpc>
                  <a:spcPts val="4798"/>
                </a:lnSpc>
              </a:pPr>
            </a:p>
            <a:p>
              <a:pPr algn="just" marL="1045202" indent="-261301" lvl="3">
                <a:lnSpc>
                  <a:spcPts val="4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665" y="278129"/>
            <a:ext cx="3086100" cy="1002024"/>
            <a:chOff x="0" y="0"/>
            <a:chExt cx="4114800" cy="13360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14800" cy="1336032"/>
              <a:chOff x="0" y="0"/>
              <a:chExt cx="812800" cy="2639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263908"/>
              </a:xfrm>
              <a:custGeom>
                <a:avLst/>
                <a:gdLst/>
                <a:ahLst/>
                <a:cxnLst/>
                <a:rect r="r" b="b" t="t" l="l"/>
                <a:pathLst>
                  <a:path h="263908" w="812800">
                    <a:moveTo>
                      <a:pt x="65225" y="0"/>
                    </a:moveTo>
                    <a:lnTo>
                      <a:pt x="747575" y="0"/>
                    </a:lnTo>
                    <a:cubicBezTo>
                      <a:pt x="783598" y="0"/>
                      <a:pt x="812800" y="29202"/>
                      <a:pt x="812800" y="65225"/>
                    </a:cubicBezTo>
                    <a:lnTo>
                      <a:pt x="812800" y="198683"/>
                    </a:lnTo>
                    <a:cubicBezTo>
                      <a:pt x="812800" y="234705"/>
                      <a:pt x="783598" y="263908"/>
                      <a:pt x="747575" y="263908"/>
                    </a:cubicBezTo>
                    <a:lnTo>
                      <a:pt x="65225" y="263908"/>
                    </a:lnTo>
                    <a:cubicBezTo>
                      <a:pt x="29202" y="263908"/>
                      <a:pt x="0" y="234705"/>
                      <a:pt x="0" y="198683"/>
                    </a:cubicBezTo>
                    <a:lnTo>
                      <a:pt x="0" y="65225"/>
                    </a:lnTo>
                    <a:cubicBezTo>
                      <a:pt x="0" y="29202"/>
                      <a:pt x="29202" y="0"/>
                      <a:pt x="65225" y="0"/>
                    </a:cubicBezTo>
                    <a:close/>
                  </a:path>
                </a:pathLst>
              </a:custGeom>
              <a:solidFill>
                <a:srgbClr val="00224C">
                  <a:alpha val="53725"/>
                </a:srgbClr>
              </a:solidFill>
              <a:ln w="38100" cap="rnd">
                <a:gradFill>
                  <a:gsLst>
                    <a:gs pos="0">
                      <a:srgbClr val="000000">
                        <a:alpha val="54000"/>
                      </a:srgbClr>
                    </a:gs>
                    <a:gs pos="100000">
                      <a:srgbClr val="E3E3E3">
                        <a:alpha val="54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311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1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72884" y="148994"/>
              <a:ext cx="3569032" cy="930407"/>
              <a:chOff x="0" y="0"/>
              <a:chExt cx="3569032" cy="9304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569032" cy="930407"/>
              </a:xfrm>
              <a:custGeom>
                <a:avLst/>
                <a:gdLst/>
                <a:ahLst/>
                <a:cxnLst/>
                <a:rect r="r" b="b" t="t" l="l"/>
                <a:pathLst>
                  <a:path h="930407" w="3569032">
                    <a:moveTo>
                      <a:pt x="0" y="0"/>
                    </a:moveTo>
                    <a:lnTo>
                      <a:pt x="3569032" y="0"/>
                    </a:lnTo>
                    <a:lnTo>
                      <a:pt x="3569032" y="930407"/>
                    </a:lnTo>
                    <a:lnTo>
                      <a:pt x="0" y="930407"/>
                    </a:lnTo>
                    <a:close/>
                  </a:path>
                </a:pathLst>
              </a:custGeom>
              <a:solidFill>
                <a:srgbClr val="00224C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3569032" cy="930407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3495"/>
                  </a:lnSpc>
                </a:pPr>
                <a:r>
                  <a:rPr lang="en-US" sz="2912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Your Team Name</a:t>
                </a: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5282" y="158899"/>
            <a:ext cx="1049724" cy="1312155"/>
            <a:chOff x="0" y="0"/>
            <a:chExt cx="2370849" cy="2963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0836" cy="2963545"/>
            </a:xfrm>
            <a:custGeom>
              <a:avLst/>
              <a:gdLst/>
              <a:ahLst/>
              <a:cxnLst/>
              <a:rect r="r" b="b" t="t" l="l"/>
              <a:pathLst>
                <a:path h="2963545" w="2370836">
                  <a:moveTo>
                    <a:pt x="0" y="0"/>
                  </a:moveTo>
                  <a:lnTo>
                    <a:pt x="2370836" y="0"/>
                  </a:lnTo>
                  <a:lnTo>
                    <a:pt x="2370836" y="2963545"/>
                  </a:lnTo>
                  <a:lnTo>
                    <a:pt x="0" y="2963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13" y="9754926"/>
            <a:ext cx="3139589" cy="532074"/>
            <a:chOff x="0" y="0"/>
            <a:chExt cx="4186119" cy="70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6119" cy="709432"/>
            </a:xfrm>
            <a:custGeom>
              <a:avLst/>
              <a:gdLst/>
              <a:ahLst/>
              <a:cxnLst/>
              <a:rect r="r" b="b" t="t" l="l"/>
              <a:pathLst>
                <a:path h="709432" w="4186119">
                  <a:moveTo>
                    <a:pt x="0" y="0"/>
                  </a:moveTo>
                  <a:lnTo>
                    <a:pt x="4186119" y="0"/>
                  </a:lnTo>
                  <a:lnTo>
                    <a:pt x="4186119" y="709432"/>
                  </a:lnTo>
                  <a:lnTo>
                    <a:pt x="0" y="709432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186119" cy="7094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75"/>
                </a:lnSpc>
              </a:pPr>
              <a:r>
                <a:rPr lang="en-US" sz="2229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Idea submission- Template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9761" y="1542998"/>
            <a:ext cx="16276350" cy="949904"/>
            <a:chOff x="0" y="0"/>
            <a:chExt cx="21701800" cy="12665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99" cy="1266538"/>
            </a:xfrm>
            <a:custGeom>
              <a:avLst/>
              <a:gdLst/>
              <a:ahLst/>
              <a:cxnLst/>
              <a:rect r="r" b="b" t="t" l="l"/>
              <a:pathLst>
                <a:path h="1266538" w="21701799">
                  <a:moveTo>
                    <a:pt x="0" y="0"/>
                  </a:moveTo>
                  <a:lnTo>
                    <a:pt x="21701799" y="0"/>
                  </a:lnTo>
                  <a:lnTo>
                    <a:pt x="21701799" y="1266538"/>
                  </a:lnTo>
                  <a:lnTo>
                    <a:pt x="0" y="1266538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21701800" cy="13808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455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The Ask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96450" y="2259214"/>
            <a:ext cx="13895100" cy="5326962"/>
            <a:chOff x="0" y="0"/>
            <a:chExt cx="18526800" cy="71026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526799" cy="7102617"/>
            </a:xfrm>
            <a:custGeom>
              <a:avLst/>
              <a:gdLst/>
              <a:ahLst/>
              <a:cxnLst/>
              <a:rect r="r" b="b" t="t" l="l"/>
              <a:pathLst>
                <a:path h="7102617" w="18526799">
                  <a:moveTo>
                    <a:pt x="0" y="0"/>
                  </a:moveTo>
                  <a:lnTo>
                    <a:pt x="18526799" y="0"/>
                  </a:lnTo>
                  <a:lnTo>
                    <a:pt x="18526799" y="7102617"/>
                  </a:lnTo>
                  <a:lnTo>
                    <a:pt x="0" y="7102617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8526800" cy="711214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1044695" indent="-261174" lvl="3">
                <a:lnSpc>
                  <a:spcPts val="4794"/>
                </a:lnSpc>
                <a:buFont typeface="Arial"/>
                <a:buChar char="￭"/>
              </a:pP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The specific a</a:t>
              </a: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mount of capital you are raising, the equity offered, and a breakdown of exactly how the funds will be spent.</a:t>
              </a:r>
            </a:p>
            <a:p>
              <a:pPr algn="just">
                <a:lnSpc>
                  <a:spcPts val="4798"/>
                </a:lnSpc>
              </a:pPr>
            </a:p>
            <a:p>
              <a:pPr algn="just" marL="1045202" indent="-261301" lvl="3">
                <a:lnSpc>
                  <a:spcPts val="4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665" y="278129"/>
            <a:ext cx="3086100" cy="1002024"/>
            <a:chOff x="0" y="0"/>
            <a:chExt cx="4114800" cy="13360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14800" cy="1336032"/>
              <a:chOff x="0" y="0"/>
              <a:chExt cx="812800" cy="2639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263908"/>
              </a:xfrm>
              <a:custGeom>
                <a:avLst/>
                <a:gdLst/>
                <a:ahLst/>
                <a:cxnLst/>
                <a:rect r="r" b="b" t="t" l="l"/>
                <a:pathLst>
                  <a:path h="263908" w="812800">
                    <a:moveTo>
                      <a:pt x="65225" y="0"/>
                    </a:moveTo>
                    <a:lnTo>
                      <a:pt x="747575" y="0"/>
                    </a:lnTo>
                    <a:cubicBezTo>
                      <a:pt x="783598" y="0"/>
                      <a:pt x="812800" y="29202"/>
                      <a:pt x="812800" y="65225"/>
                    </a:cubicBezTo>
                    <a:lnTo>
                      <a:pt x="812800" y="198683"/>
                    </a:lnTo>
                    <a:cubicBezTo>
                      <a:pt x="812800" y="234705"/>
                      <a:pt x="783598" y="263908"/>
                      <a:pt x="747575" y="263908"/>
                    </a:cubicBezTo>
                    <a:lnTo>
                      <a:pt x="65225" y="263908"/>
                    </a:lnTo>
                    <a:cubicBezTo>
                      <a:pt x="29202" y="263908"/>
                      <a:pt x="0" y="234705"/>
                      <a:pt x="0" y="198683"/>
                    </a:cubicBezTo>
                    <a:lnTo>
                      <a:pt x="0" y="65225"/>
                    </a:lnTo>
                    <a:cubicBezTo>
                      <a:pt x="0" y="29202"/>
                      <a:pt x="29202" y="0"/>
                      <a:pt x="65225" y="0"/>
                    </a:cubicBezTo>
                    <a:close/>
                  </a:path>
                </a:pathLst>
              </a:custGeom>
              <a:solidFill>
                <a:srgbClr val="00224C">
                  <a:alpha val="53725"/>
                </a:srgbClr>
              </a:solidFill>
              <a:ln w="38100" cap="rnd">
                <a:gradFill>
                  <a:gsLst>
                    <a:gs pos="0">
                      <a:srgbClr val="000000">
                        <a:alpha val="54000"/>
                      </a:srgbClr>
                    </a:gs>
                    <a:gs pos="100000">
                      <a:srgbClr val="E3E3E3">
                        <a:alpha val="54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311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1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72884" y="148994"/>
              <a:ext cx="3569032" cy="930407"/>
              <a:chOff x="0" y="0"/>
              <a:chExt cx="3569032" cy="9304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569032" cy="930407"/>
              </a:xfrm>
              <a:custGeom>
                <a:avLst/>
                <a:gdLst/>
                <a:ahLst/>
                <a:cxnLst/>
                <a:rect r="r" b="b" t="t" l="l"/>
                <a:pathLst>
                  <a:path h="930407" w="3569032">
                    <a:moveTo>
                      <a:pt x="0" y="0"/>
                    </a:moveTo>
                    <a:lnTo>
                      <a:pt x="3569032" y="0"/>
                    </a:lnTo>
                    <a:lnTo>
                      <a:pt x="3569032" y="930407"/>
                    </a:lnTo>
                    <a:lnTo>
                      <a:pt x="0" y="930407"/>
                    </a:lnTo>
                    <a:close/>
                  </a:path>
                </a:pathLst>
              </a:custGeom>
              <a:solidFill>
                <a:srgbClr val="00224C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3569032" cy="930407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3495"/>
                  </a:lnSpc>
                </a:pPr>
                <a:r>
                  <a:rPr lang="en-US" sz="2912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Your Team Name</a:t>
                </a: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5282" y="158899"/>
            <a:ext cx="1049724" cy="1312155"/>
            <a:chOff x="0" y="0"/>
            <a:chExt cx="2370849" cy="2963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0836" cy="2963545"/>
            </a:xfrm>
            <a:custGeom>
              <a:avLst/>
              <a:gdLst/>
              <a:ahLst/>
              <a:cxnLst/>
              <a:rect r="r" b="b" t="t" l="l"/>
              <a:pathLst>
                <a:path h="2963545" w="2370836">
                  <a:moveTo>
                    <a:pt x="0" y="0"/>
                  </a:moveTo>
                  <a:lnTo>
                    <a:pt x="2370836" y="0"/>
                  </a:lnTo>
                  <a:lnTo>
                    <a:pt x="2370836" y="2963545"/>
                  </a:lnTo>
                  <a:lnTo>
                    <a:pt x="0" y="2963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13" y="9754926"/>
            <a:ext cx="3139589" cy="532074"/>
            <a:chOff x="0" y="0"/>
            <a:chExt cx="4186119" cy="70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6119" cy="709432"/>
            </a:xfrm>
            <a:custGeom>
              <a:avLst/>
              <a:gdLst/>
              <a:ahLst/>
              <a:cxnLst/>
              <a:rect r="r" b="b" t="t" l="l"/>
              <a:pathLst>
                <a:path h="709432" w="4186119">
                  <a:moveTo>
                    <a:pt x="0" y="0"/>
                  </a:moveTo>
                  <a:lnTo>
                    <a:pt x="4186119" y="0"/>
                  </a:lnTo>
                  <a:lnTo>
                    <a:pt x="4186119" y="709432"/>
                  </a:lnTo>
                  <a:lnTo>
                    <a:pt x="0" y="709432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186119" cy="7094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75"/>
                </a:lnSpc>
              </a:pPr>
              <a:r>
                <a:rPr lang="en-US" sz="2229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Idea submission- Template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9761" y="1542998"/>
            <a:ext cx="16276350" cy="949904"/>
            <a:chOff x="0" y="0"/>
            <a:chExt cx="21701800" cy="12665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99" cy="1266538"/>
            </a:xfrm>
            <a:custGeom>
              <a:avLst/>
              <a:gdLst/>
              <a:ahLst/>
              <a:cxnLst/>
              <a:rect r="r" b="b" t="t" l="l"/>
              <a:pathLst>
                <a:path h="1266538" w="21701799">
                  <a:moveTo>
                    <a:pt x="0" y="0"/>
                  </a:moveTo>
                  <a:lnTo>
                    <a:pt x="21701799" y="0"/>
                  </a:lnTo>
                  <a:lnTo>
                    <a:pt x="21701799" y="1266538"/>
                  </a:lnTo>
                  <a:lnTo>
                    <a:pt x="0" y="1266538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21701800" cy="13808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96450" y="2259214"/>
            <a:ext cx="13895100" cy="4726887"/>
            <a:chOff x="0" y="0"/>
            <a:chExt cx="18526800" cy="63025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526799" cy="6302516"/>
            </a:xfrm>
            <a:custGeom>
              <a:avLst/>
              <a:gdLst/>
              <a:ahLst/>
              <a:cxnLst/>
              <a:rect r="r" b="b" t="t" l="l"/>
              <a:pathLst>
                <a:path h="6302516" w="18526799">
                  <a:moveTo>
                    <a:pt x="0" y="0"/>
                  </a:moveTo>
                  <a:lnTo>
                    <a:pt x="18526799" y="0"/>
                  </a:lnTo>
                  <a:lnTo>
                    <a:pt x="18526799" y="6302516"/>
                  </a:lnTo>
                  <a:lnTo>
                    <a:pt x="0" y="6302516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8526800" cy="631204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1044695" indent="-261174" lvl="3">
                <a:lnSpc>
                  <a:spcPts val="4794"/>
                </a:lnSpc>
                <a:buFont typeface="Arial"/>
                <a:buChar char="￭"/>
              </a:pPr>
              <a:r>
                <a:rPr lang="en-US" sz="3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Extra, hidden slides containing deep-dive technical or financial data to answer specific questions during the Q&amp;A.</a:t>
              </a:r>
            </a:p>
            <a:p>
              <a:pPr algn="just">
                <a:lnSpc>
                  <a:spcPts val="4798"/>
                </a:lnSpc>
              </a:pPr>
            </a:p>
            <a:p>
              <a:pPr algn="just" marL="1045202" indent="-261301" lvl="3">
                <a:lnSpc>
                  <a:spcPts val="4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665" y="278129"/>
            <a:ext cx="3086100" cy="1002024"/>
            <a:chOff x="0" y="0"/>
            <a:chExt cx="4114800" cy="13360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14800" cy="1336032"/>
              <a:chOff x="0" y="0"/>
              <a:chExt cx="812800" cy="2639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263908"/>
              </a:xfrm>
              <a:custGeom>
                <a:avLst/>
                <a:gdLst/>
                <a:ahLst/>
                <a:cxnLst/>
                <a:rect r="r" b="b" t="t" l="l"/>
                <a:pathLst>
                  <a:path h="263908" w="812800">
                    <a:moveTo>
                      <a:pt x="65225" y="0"/>
                    </a:moveTo>
                    <a:lnTo>
                      <a:pt x="747575" y="0"/>
                    </a:lnTo>
                    <a:cubicBezTo>
                      <a:pt x="783598" y="0"/>
                      <a:pt x="812800" y="29202"/>
                      <a:pt x="812800" y="65225"/>
                    </a:cubicBezTo>
                    <a:lnTo>
                      <a:pt x="812800" y="198683"/>
                    </a:lnTo>
                    <a:cubicBezTo>
                      <a:pt x="812800" y="234705"/>
                      <a:pt x="783598" y="263908"/>
                      <a:pt x="747575" y="263908"/>
                    </a:cubicBezTo>
                    <a:lnTo>
                      <a:pt x="65225" y="263908"/>
                    </a:lnTo>
                    <a:cubicBezTo>
                      <a:pt x="29202" y="263908"/>
                      <a:pt x="0" y="234705"/>
                      <a:pt x="0" y="198683"/>
                    </a:cubicBezTo>
                    <a:lnTo>
                      <a:pt x="0" y="65225"/>
                    </a:lnTo>
                    <a:cubicBezTo>
                      <a:pt x="0" y="29202"/>
                      <a:pt x="29202" y="0"/>
                      <a:pt x="65225" y="0"/>
                    </a:cubicBezTo>
                    <a:close/>
                  </a:path>
                </a:pathLst>
              </a:custGeom>
              <a:solidFill>
                <a:srgbClr val="00224C">
                  <a:alpha val="53725"/>
                </a:srgbClr>
              </a:solidFill>
              <a:ln w="38100" cap="rnd">
                <a:gradFill>
                  <a:gsLst>
                    <a:gs pos="0">
                      <a:srgbClr val="000000">
                        <a:alpha val="54000"/>
                      </a:srgbClr>
                    </a:gs>
                    <a:gs pos="100000">
                      <a:srgbClr val="E3E3E3">
                        <a:alpha val="54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311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1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72884" y="148994"/>
              <a:ext cx="3569032" cy="930407"/>
              <a:chOff x="0" y="0"/>
              <a:chExt cx="3569032" cy="9304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569032" cy="930407"/>
              </a:xfrm>
              <a:custGeom>
                <a:avLst/>
                <a:gdLst/>
                <a:ahLst/>
                <a:cxnLst/>
                <a:rect r="r" b="b" t="t" l="l"/>
                <a:pathLst>
                  <a:path h="930407" w="3569032">
                    <a:moveTo>
                      <a:pt x="0" y="0"/>
                    </a:moveTo>
                    <a:lnTo>
                      <a:pt x="3569032" y="0"/>
                    </a:lnTo>
                    <a:lnTo>
                      <a:pt x="3569032" y="930407"/>
                    </a:lnTo>
                    <a:lnTo>
                      <a:pt x="0" y="930407"/>
                    </a:lnTo>
                    <a:close/>
                  </a:path>
                </a:pathLst>
              </a:custGeom>
              <a:solidFill>
                <a:srgbClr val="00224C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3569032" cy="930407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3495"/>
                  </a:lnSpc>
                </a:pPr>
                <a:r>
                  <a:rPr lang="en-US" sz="2912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Your Team Name</a:t>
                </a: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5282" y="158899"/>
            <a:ext cx="1049724" cy="1312155"/>
            <a:chOff x="0" y="0"/>
            <a:chExt cx="2370849" cy="2963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0836" cy="2963545"/>
            </a:xfrm>
            <a:custGeom>
              <a:avLst/>
              <a:gdLst/>
              <a:ahLst/>
              <a:cxnLst/>
              <a:rect r="r" b="b" t="t" l="l"/>
              <a:pathLst>
                <a:path h="2963545" w="2370836">
                  <a:moveTo>
                    <a:pt x="0" y="0"/>
                  </a:moveTo>
                  <a:lnTo>
                    <a:pt x="2370836" y="0"/>
                  </a:lnTo>
                  <a:lnTo>
                    <a:pt x="2370836" y="2963545"/>
                  </a:lnTo>
                  <a:lnTo>
                    <a:pt x="0" y="2963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13" y="9754926"/>
            <a:ext cx="3139589" cy="532074"/>
            <a:chOff x="0" y="0"/>
            <a:chExt cx="4186119" cy="709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6119" cy="709432"/>
            </a:xfrm>
            <a:custGeom>
              <a:avLst/>
              <a:gdLst/>
              <a:ahLst/>
              <a:cxnLst/>
              <a:rect r="r" b="b" t="t" l="l"/>
              <a:pathLst>
                <a:path h="709432" w="4186119">
                  <a:moveTo>
                    <a:pt x="0" y="0"/>
                  </a:moveTo>
                  <a:lnTo>
                    <a:pt x="4186119" y="0"/>
                  </a:lnTo>
                  <a:lnTo>
                    <a:pt x="4186119" y="709432"/>
                  </a:lnTo>
                  <a:lnTo>
                    <a:pt x="0" y="709432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186119" cy="7094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75"/>
                </a:lnSpc>
              </a:pPr>
              <a:r>
                <a:rPr lang="en-US" sz="2229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Idea submission- Template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25" y="814976"/>
            <a:ext cx="16276350" cy="1771650"/>
            <a:chOff x="0" y="0"/>
            <a:chExt cx="21701800" cy="2362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99" cy="2362200"/>
            </a:xfrm>
            <a:custGeom>
              <a:avLst/>
              <a:gdLst/>
              <a:ahLst/>
              <a:cxnLst/>
              <a:rect r="r" b="b" t="t" l="l"/>
              <a:pathLst>
                <a:path h="2362200" w="21701799">
                  <a:moveTo>
                    <a:pt x="0" y="0"/>
                  </a:moveTo>
                  <a:lnTo>
                    <a:pt x="21701799" y="0"/>
                  </a:lnTo>
                  <a:lnTo>
                    <a:pt x="21701799" y="2362200"/>
                  </a:lnTo>
                  <a:lnTo>
                    <a:pt x="0" y="2362200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21701800" cy="24765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455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IMPORTANT</a:t>
              </a:r>
              <a:r>
                <a:rPr lang="en-US" sz="5000" spc="455" strike="noStrike" u="none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 INSTRUCTIONS</a:t>
              </a:r>
            </a:p>
            <a:p>
              <a:pPr algn="ctr" marL="0" indent="0" lvl="0">
                <a:lnSpc>
                  <a:spcPts val="7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4682" y="2396432"/>
            <a:ext cx="16230600" cy="6242215"/>
            <a:chOff x="0" y="0"/>
            <a:chExt cx="21640800" cy="832295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460106" y="0"/>
              <a:ext cx="18871515" cy="719202"/>
              <a:chOff x="0" y="0"/>
              <a:chExt cx="18871515" cy="71920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871515" cy="719202"/>
              </a:xfrm>
              <a:custGeom>
                <a:avLst/>
                <a:gdLst/>
                <a:ahLst/>
                <a:cxnLst/>
                <a:rect r="r" b="b" t="t" l="l"/>
                <a:pathLst>
                  <a:path h="719202" w="18871515">
                    <a:moveTo>
                      <a:pt x="0" y="0"/>
                    </a:moveTo>
                    <a:lnTo>
                      <a:pt x="18871515" y="0"/>
                    </a:lnTo>
                    <a:lnTo>
                      <a:pt x="18871515" y="719202"/>
                    </a:lnTo>
                    <a:lnTo>
                      <a:pt x="0" y="719202"/>
                    </a:lnTo>
                    <a:close/>
                  </a:path>
                </a:pathLst>
              </a:custGeom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8871515" cy="747777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just">
                  <a:lnSpc>
                    <a:spcPts val="2916"/>
                  </a:lnSpc>
                </a:pPr>
                <a:r>
                  <a:rPr lang="en-US" sz="2700" b="true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 Ensure below pointers are met while submitting the Idea PPT: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1299858"/>
              <a:ext cx="21640800" cy="7023096"/>
              <a:chOff x="0" y="0"/>
              <a:chExt cx="21640800" cy="702309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640800" cy="7023096"/>
              </a:xfrm>
              <a:custGeom>
                <a:avLst/>
                <a:gdLst/>
                <a:ahLst/>
                <a:cxnLst/>
                <a:rect r="r" b="b" t="t" l="l"/>
                <a:pathLst>
                  <a:path h="7023096" w="21640800">
                    <a:moveTo>
                      <a:pt x="0" y="0"/>
                    </a:moveTo>
                    <a:lnTo>
                      <a:pt x="21640800" y="0"/>
                    </a:lnTo>
                    <a:lnTo>
                      <a:pt x="21640800" y="7023096"/>
                    </a:lnTo>
                    <a:lnTo>
                      <a:pt x="0" y="7023096"/>
                    </a:lnTo>
                    <a:close/>
                  </a:path>
                </a:pathLst>
              </a:custGeom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52400"/>
                <a:ext cx="21640800" cy="7175496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just" marL="784023" indent="-196006" lvl="3">
                  <a:lnSpc>
                    <a:spcPts val="4527"/>
                  </a:lnSpc>
                  <a:buAutoNum type="arabicPeriod" startAt="1"/>
                </a:pPr>
                <a:r>
                  <a:rPr lang="en-US" sz="2999">
                    <a:solidFill>
                      <a:srgbClr val="000000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Kindly keep the maximum slides limit up to ten </a:t>
                </a:r>
                <a:r>
                  <a:rPr lang="en-US" sz="2999">
                    <a:solidFill>
                      <a:srgbClr val="C00000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(11). </a:t>
                </a:r>
                <a:r>
                  <a:rPr lang="en-US" sz="2999">
                    <a:solidFill>
                      <a:srgbClr val="000000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(Including the title slide) </a:t>
                </a:r>
              </a:p>
              <a:p>
                <a:pPr algn="just" marL="784023" indent="-196006" lvl="3">
                  <a:lnSpc>
                    <a:spcPts val="4527"/>
                  </a:lnSpc>
                  <a:buAutoNum type="arabicPeriod" startAt="1"/>
                </a:pPr>
                <a:r>
                  <a:rPr lang="en-US" sz="2999">
                    <a:solidFill>
                      <a:srgbClr val="000000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Try to avoid paragraphs and post your idea in points /diagrams / Infographics /pictures </a:t>
                </a:r>
              </a:p>
              <a:p>
                <a:pPr algn="just" marL="784023" indent="-196006" lvl="3">
                  <a:lnSpc>
                    <a:spcPts val="4527"/>
                  </a:lnSpc>
                  <a:buAutoNum type="arabicPeriod" startAt="1"/>
                </a:pPr>
                <a:r>
                  <a:rPr lang="en-US" sz="2999">
                    <a:solidFill>
                      <a:srgbClr val="000000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Keep your explanation precise and easy to understand</a:t>
                </a:r>
              </a:p>
              <a:p>
                <a:pPr algn="just" marL="784023" indent="-196006" lvl="3">
                  <a:lnSpc>
                    <a:spcPts val="4527"/>
                  </a:lnSpc>
                  <a:buAutoNum type="arabicPeriod" startAt="1"/>
                </a:pPr>
                <a:r>
                  <a:rPr lang="en-US" sz="2999">
                    <a:solidFill>
                      <a:srgbClr val="000000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 You can only use provided template for making the PPT without changing the idea details pointers (mentioned in previous slides).</a:t>
                </a:r>
              </a:p>
              <a:p>
                <a:pPr algn="just" marL="784023" indent="-196006" lvl="3">
                  <a:lnSpc>
                    <a:spcPts val="4527"/>
                  </a:lnSpc>
                  <a:buAutoNum type="arabicPeriod" startAt="1"/>
                </a:pPr>
                <a:r>
                  <a:rPr lang="en-US" sz="2999">
                    <a:solidFill>
                      <a:srgbClr val="000000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You need to save the file in PPT and upload the same on link. No PDF, Word Doc or any other format will be supported.</a:t>
                </a:r>
              </a:p>
              <a:p>
                <a:pPr algn="just" marL="784023" indent="-196006" lvl="3">
                  <a:lnSpc>
                    <a:spcPts val="4527"/>
                  </a:lnSpc>
                </a:pPr>
              </a:p>
              <a:p>
                <a:pPr algn="just" marL="784023" indent="-196006" lvl="3">
                  <a:lnSpc>
                    <a:spcPts val="4527"/>
                  </a:lnSpc>
                </a:pPr>
                <a:r>
                  <a:rPr lang="en-US" sz="2999">
                    <a:solidFill>
                      <a:srgbClr val="C00000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Note - You can delete this slide (Important Pointers) when you upload the details of your idea.</a:t>
                </a: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263665" y="278129"/>
            <a:ext cx="3086100" cy="1002024"/>
            <a:chOff x="0" y="0"/>
            <a:chExt cx="4114800" cy="133603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114800" cy="1336032"/>
              <a:chOff x="0" y="0"/>
              <a:chExt cx="812800" cy="26390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263908"/>
              </a:xfrm>
              <a:custGeom>
                <a:avLst/>
                <a:gdLst/>
                <a:ahLst/>
                <a:cxnLst/>
                <a:rect r="r" b="b" t="t" l="l"/>
                <a:pathLst>
                  <a:path h="263908" w="812800">
                    <a:moveTo>
                      <a:pt x="65225" y="0"/>
                    </a:moveTo>
                    <a:lnTo>
                      <a:pt x="747575" y="0"/>
                    </a:lnTo>
                    <a:cubicBezTo>
                      <a:pt x="783598" y="0"/>
                      <a:pt x="812800" y="29202"/>
                      <a:pt x="812800" y="65225"/>
                    </a:cubicBezTo>
                    <a:lnTo>
                      <a:pt x="812800" y="198683"/>
                    </a:lnTo>
                    <a:cubicBezTo>
                      <a:pt x="812800" y="234705"/>
                      <a:pt x="783598" y="263908"/>
                      <a:pt x="747575" y="263908"/>
                    </a:cubicBezTo>
                    <a:lnTo>
                      <a:pt x="65225" y="263908"/>
                    </a:lnTo>
                    <a:cubicBezTo>
                      <a:pt x="29202" y="263908"/>
                      <a:pt x="0" y="234705"/>
                      <a:pt x="0" y="198683"/>
                    </a:cubicBezTo>
                    <a:lnTo>
                      <a:pt x="0" y="65225"/>
                    </a:lnTo>
                    <a:cubicBezTo>
                      <a:pt x="0" y="29202"/>
                      <a:pt x="29202" y="0"/>
                      <a:pt x="65225" y="0"/>
                    </a:cubicBezTo>
                    <a:close/>
                  </a:path>
                </a:pathLst>
              </a:custGeom>
              <a:solidFill>
                <a:srgbClr val="00224C">
                  <a:alpha val="53725"/>
                </a:srgbClr>
              </a:solidFill>
              <a:ln w="38100" cap="rnd">
                <a:gradFill>
                  <a:gsLst>
                    <a:gs pos="0">
                      <a:srgbClr val="000000">
                        <a:alpha val="54000"/>
                      </a:srgbClr>
                    </a:gs>
                    <a:gs pos="100000">
                      <a:srgbClr val="E3E3E3">
                        <a:alpha val="54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812800" cy="311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1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72884" y="148994"/>
              <a:ext cx="3569032" cy="930407"/>
              <a:chOff x="0" y="0"/>
              <a:chExt cx="3569032" cy="93040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569032" cy="930407"/>
              </a:xfrm>
              <a:custGeom>
                <a:avLst/>
                <a:gdLst/>
                <a:ahLst/>
                <a:cxnLst/>
                <a:rect r="r" b="b" t="t" l="l"/>
                <a:pathLst>
                  <a:path h="930407" w="3569032">
                    <a:moveTo>
                      <a:pt x="0" y="0"/>
                    </a:moveTo>
                    <a:lnTo>
                      <a:pt x="3569032" y="0"/>
                    </a:lnTo>
                    <a:lnTo>
                      <a:pt x="3569032" y="930407"/>
                    </a:lnTo>
                    <a:lnTo>
                      <a:pt x="0" y="930407"/>
                    </a:lnTo>
                    <a:close/>
                  </a:path>
                </a:pathLst>
              </a:custGeom>
              <a:solidFill>
                <a:srgbClr val="00224C">
                  <a:alpha val="0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3569032" cy="930407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3495"/>
                  </a:lnSpc>
                </a:pPr>
                <a:r>
                  <a:rPr lang="en-US" sz="2912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Your Team Name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DAHEBvi_d6A</dc:identifier>
  <dcterms:modified xsi:type="dcterms:W3CDTF">2011-08-01T06:04:30Z</dcterms:modified>
  <cp:revision>1</cp:revision>
  <dc:title>Shark_Verse</dc:title>
</cp:coreProperties>
</file>